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2000" cy="6858000"/>
  <p:notesSz cx="6858000" cy="9144000"/>
  <p:custDataLst>
    <p:tags r:id="rId16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14" userDrawn="1">
          <p15:clr>
            <a:srgbClr val="A4A3A4"/>
          </p15:clr>
        </p15:guide>
        <p15:guide id="2" pos="381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14"/>
        <p:guide pos="3814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gs" Target="tags/tag7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tags" Target="../tags/tag64.xml"/><Relationship Id="rId7" Type="http://schemas.openxmlformats.org/officeDocument/2006/relationships/image" Target="../media/image7.png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image" Target="../media/image16.png"/><Relationship Id="rId8" Type="http://schemas.openxmlformats.org/officeDocument/2006/relationships/image" Target="../media/image15.png"/><Relationship Id="rId7" Type="http://schemas.openxmlformats.org/officeDocument/2006/relationships/image" Target="../media/image14.png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5" Type="http://schemas.openxmlformats.org/officeDocument/2006/relationships/slideLayout" Target="../slideLayouts/slideLayout2.xml"/><Relationship Id="rId14" Type="http://schemas.openxmlformats.org/officeDocument/2006/relationships/tags" Target="../tags/tag65.xml"/><Relationship Id="rId13" Type="http://schemas.openxmlformats.org/officeDocument/2006/relationships/image" Target="../media/image20.png"/><Relationship Id="rId12" Type="http://schemas.openxmlformats.org/officeDocument/2006/relationships/image" Target="../media/image19.png"/><Relationship Id="rId11" Type="http://schemas.openxmlformats.org/officeDocument/2006/relationships/image" Target="../media/image18.png"/><Relationship Id="rId10" Type="http://schemas.openxmlformats.org/officeDocument/2006/relationships/image" Target="../media/image17.png"/><Relationship Id="rId1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29.png"/><Relationship Id="rId8" Type="http://schemas.openxmlformats.org/officeDocument/2006/relationships/image" Target="../media/image28.png"/><Relationship Id="rId7" Type="http://schemas.openxmlformats.org/officeDocument/2006/relationships/image" Target="../media/image27.png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7" Type="http://schemas.openxmlformats.org/officeDocument/2006/relationships/slideLayout" Target="../slideLayouts/slideLayout2.xml"/><Relationship Id="rId16" Type="http://schemas.openxmlformats.org/officeDocument/2006/relationships/tags" Target="../tags/tag66.xml"/><Relationship Id="rId15" Type="http://schemas.openxmlformats.org/officeDocument/2006/relationships/image" Target="../media/image35.png"/><Relationship Id="rId14" Type="http://schemas.openxmlformats.org/officeDocument/2006/relationships/image" Target="../media/image34.png"/><Relationship Id="rId13" Type="http://schemas.openxmlformats.org/officeDocument/2006/relationships/image" Target="../media/image33.png"/><Relationship Id="rId12" Type="http://schemas.openxmlformats.org/officeDocument/2006/relationships/image" Target="../media/image32.png"/><Relationship Id="rId11" Type="http://schemas.openxmlformats.org/officeDocument/2006/relationships/image" Target="../media/image31.png"/><Relationship Id="rId10" Type="http://schemas.openxmlformats.org/officeDocument/2006/relationships/image" Target="../media/image30.png"/><Relationship Id="rId1" Type="http://schemas.openxmlformats.org/officeDocument/2006/relationships/image" Target="../media/image2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7.xml"/><Relationship Id="rId1" Type="http://schemas.openxmlformats.org/officeDocument/2006/relationships/image" Target="../media/image36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image" Target="../media/image44.png"/><Relationship Id="rId8" Type="http://schemas.openxmlformats.org/officeDocument/2006/relationships/image" Target="../media/image43.png"/><Relationship Id="rId7" Type="http://schemas.openxmlformats.org/officeDocument/2006/relationships/image" Target="../media/image42.png"/><Relationship Id="rId6" Type="http://schemas.openxmlformats.org/officeDocument/2006/relationships/hyperlink" Target="https://andrewcharlesjones.github.io/journal/ppca.html" TargetMode="External"/><Relationship Id="rId5" Type="http://schemas.openxmlformats.org/officeDocument/2006/relationships/image" Target="../media/image41.png"/><Relationship Id="rId4" Type="http://schemas.openxmlformats.org/officeDocument/2006/relationships/image" Target="../media/image40.png"/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3" Type="http://schemas.openxmlformats.org/officeDocument/2006/relationships/slideLayout" Target="../slideLayouts/slideLayout2.xml"/><Relationship Id="rId12" Type="http://schemas.openxmlformats.org/officeDocument/2006/relationships/tags" Target="../tags/tag68.xml"/><Relationship Id="rId11" Type="http://schemas.openxmlformats.org/officeDocument/2006/relationships/image" Target="../media/image46.png"/><Relationship Id="rId10" Type="http://schemas.openxmlformats.org/officeDocument/2006/relationships/image" Target="../media/image45.png"/><Relationship Id="rId1" Type="http://schemas.openxmlformats.org/officeDocument/2006/relationships/image" Target="../media/image37.pn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image" Target="../media/image55.png"/><Relationship Id="rId8" Type="http://schemas.openxmlformats.org/officeDocument/2006/relationships/image" Target="../media/image54.png"/><Relationship Id="rId7" Type="http://schemas.openxmlformats.org/officeDocument/2006/relationships/image" Target="../media/image53.png"/><Relationship Id="rId6" Type="http://schemas.openxmlformats.org/officeDocument/2006/relationships/image" Target="../media/image52.png"/><Relationship Id="rId5" Type="http://schemas.openxmlformats.org/officeDocument/2006/relationships/image" Target="../media/image51.png"/><Relationship Id="rId4" Type="http://schemas.openxmlformats.org/officeDocument/2006/relationships/image" Target="../media/image50.png"/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6" Type="http://schemas.openxmlformats.org/officeDocument/2006/relationships/slideLayout" Target="../slideLayouts/slideLayout2.xml"/><Relationship Id="rId15" Type="http://schemas.openxmlformats.org/officeDocument/2006/relationships/tags" Target="../tags/tag69.xml"/><Relationship Id="rId14" Type="http://schemas.openxmlformats.org/officeDocument/2006/relationships/image" Target="../media/image60.png"/><Relationship Id="rId13" Type="http://schemas.openxmlformats.org/officeDocument/2006/relationships/image" Target="../media/image59.png"/><Relationship Id="rId12" Type="http://schemas.openxmlformats.org/officeDocument/2006/relationships/image" Target="../media/image58.png"/><Relationship Id="rId11" Type="http://schemas.openxmlformats.org/officeDocument/2006/relationships/image" Target="../media/image57.png"/><Relationship Id="rId10" Type="http://schemas.openxmlformats.org/officeDocument/2006/relationships/image" Target="../media/image56.png"/><Relationship Id="rId1" Type="http://schemas.openxmlformats.org/officeDocument/2006/relationships/image" Target="../media/image47.jpe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hyperlink" Target="https://zhuanlan.zhihu.com/p/59775730" TargetMode="External"/><Relationship Id="rId8" Type="http://schemas.openxmlformats.org/officeDocument/2006/relationships/image" Target="../media/image68.png"/><Relationship Id="rId7" Type="http://schemas.openxmlformats.org/officeDocument/2006/relationships/image" Target="../media/image67.png"/><Relationship Id="rId6" Type="http://schemas.openxmlformats.org/officeDocument/2006/relationships/image" Target="../media/image66.png"/><Relationship Id="rId5" Type="http://schemas.openxmlformats.org/officeDocument/2006/relationships/image" Target="../media/image65.png"/><Relationship Id="rId4" Type="http://schemas.openxmlformats.org/officeDocument/2006/relationships/image" Target="../media/image64.png"/><Relationship Id="rId3" Type="http://schemas.openxmlformats.org/officeDocument/2006/relationships/image" Target="../media/image63.png"/><Relationship Id="rId25" Type="http://schemas.openxmlformats.org/officeDocument/2006/relationships/slideLayout" Target="../slideLayouts/slideLayout2.xml"/><Relationship Id="rId24" Type="http://schemas.openxmlformats.org/officeDocument/2006/relationships/tags" Target="../tags/tag70.xml"/><Relationship Id="rId23" Type="http://schemas.openxmlformats.org/officeDocument/2006/relationships/image" Target="../media/image82.png"/><Relationship Id="rId22" Type="http://schemas.openxmlformats.org/officeDocument/2006/relationships/image" Target="../media/image81.png"/><Relationship Id="rId21" Type="http://schemas.openxmlformats.org/officeDocument/2006/relationships/image" Target="../media/image80.png"/><Relationship Id="rId20" Type="http://schemas.openxmlformats.org/officeDocument/2006/relationships/image" Target="../media/image79.png"/><Relationship Id="rId2" Type="http://schemas.openxmlformats.org/officeDocument/2006/relationships/image" Target="../media/image62.png"/><Relationship Id="rId19" Type="http://schemas.openxmlformats.org/officeDocument/2006/relationships/image" Target="../media/image78.png"/><Relationship Id="rId18" Type="http://schemas.openxmlformats.org/officeDocument/2006/relationships/image" Target="../media/image77.png"/><Relationship Id="rId17" Type="http://schemas.openxmlformats.org/officeDocument/2006/relationships/image" Target="../media/image76.png"/><Relationship Id="rId16" Type="http://schemas.openxmlformats.org/officeDocument/2006/relationships/image" Target="../media/image75.png"/><Relationship Id="rId15" Type="http://schemas.openxmlformats.org/officeDocument/2006/relationships/image" Target="../media/image74.png"/><Relationship Id="rId14" Type="http://schemas.openxmlformats.org/officeDocument/2006/relationships/image" Target="../media/image73.png"/><Relationship Id="rId13" Type="http://schemas.openxmlformats.org/officeDocument/2006/relationships/image" Target="../media/image72.png"/><Relationship Id="rId12" Type="http://schemas.openxmlformats.org/officeDocument/2006/relationships/image" Target="../media/image71.png"/><Relationship Id="rId11" Type="http://schemas.openxmlformats.org/officeDocument/2006/relationships/image" Target="../media/image70.png"/><Relationship Id="rId10" Type="http://schemas.openxmlformats.org/officeDocument/2006/relationships/image" Target="../media/image69.png"/><Relationship Id="rId1" Type="http://schemas.openxmlformats.org/officeDocument/2006/relationships/image" Target="../media/image61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89.png"/><Relationship Id="rId6" Type="http://schemas.openxmlformats.org/officeDocument/2006/relationships/image" Target="../media/image88.png"/><Relationship Id="rId5" Type="http://schemas.openxmlformats.org/officeDocument/2006/relationships/image" Target="../media/image87.png"/><Relationship Id="rId4" Type="http://schemas.openxmlformats.org/officeDocument/2006/relationships/image" Target="../media/image86.png"/><Relationship Id="rId3" Type="http://schemas.openxmlformats.org/officeDocument/2006/relationships/image" Target="../media/image85.png"/><Relationship Id="rId2" Type="http://schemas.openxmlformats.org/officeDocument/2006/relationships/image" Target="../media/image84.png"/><Relationship Id="rId1" Type="http://schemas.openxmlformats.org/officeDocument/2006/relationships/image" Target="../media/image8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0" y="-17780"/>
            <a:ext cx="12205970" cy="6875780"/>
          </a:xfrm>
          <a:prstGeom prst="rect">
            <a:avLst/>
          </a:prstGeom>
          <a:gradFill>
            <a:gsLst>
              <a:gs pos="51300">
                <a:srgbClr val="32B0EA"/>
              </a:gs>
              <a:gs pos="0">
                <a:srgbClr val="005F9F"/>
              </a:gs>
              <a:gs pos="100000">
                <a:srgbClr val="ADDCE1"/>
              </a:gs>
            </a:gsLst>
            <a:lin ang="5400000" scaled="1"/>
          </a:gradFill>
        </p:spPr>
        <p:txBody>
          <a:bodyPr wrap="square" rtlCol="0">
            <a:noAutofit/>
          </a:bodyPr>
          <a:p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705485" y="875665"/>
            <a:ext cx="875982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An Introduction to PCA</a:t>
            </a:r>
            <a:endParaRPr lang="en-US" altLang="zh-CN" sz="280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705485" y="1826895"/>
            <a:ext cx="5455285" cy="243014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p>
            <a:r>
              <a:rPr lang="en-US" altLang="zh-CN" sz="2000">
                <a:solidFill>
                  <a:schemeClr val="bg1"/>
                </a:solidFill>
                <a:effectLst/>
              </a:rPr>
              <a:t>1.Mathematics Foundation</a:t>
            </a:r>
            <a:endParaRPr lang="en-US" altLang="zh-CN" sz="2000">
              <a:solidFill>
                <a:schemeClr val="bg1"/>
              </a:solidFill>
              <a:effectLst/>
            </a:endParaRPr>
          </a:p>
          <a:p>
            <a:r>
              <a:rPr lang="en-US" altLang="zh-CN" sz="200">
                <a:solidFill>
                  <a:schemeClr val="bg1"/>
                </a:solidFill>
                <a:effectLst/>
              </a:rPr>
              <a:t> </a:t>
            </a:r>
            <a:endParaRPr lang="en-US" altLang="zh-CN" sz="200">
              <a:solidFill>
                <a:schemeClr val="bg1"/>
              </a:solidFill>
              <a:effectLst/>
            </a:endParaRPr>
          </a:p>
          <a:p>
            <a:r>
              <a:rPr lang="en-US" altLang="zh-CN" sz="2000">
                <a:solidFill>
                  <a:schemeClr val="bg1"/>
                </a:solidFill>
                <a:effectLst/>
              </a:rPr>
              <a:t>2.Method and Proof</a:t>
            </a:r>
            <a:endParaRPr lang="en-US" altLang="zh-CN" sz="2000">
              <a:solidFill>
                <a:schemeClr val="bg1"/>
              </a:solidFill>
              <a:effectLst/>
            </a:endParaRPr>
          </a:p>
          <a:p>
            <a:r>
              <a:rPr lang="en-US" altLang="zh-CN" sz="200">
                <a:solidFill>
                  <a:schemeClr val="bg1"/>
                </a:solidFill>
                <a:effectLst/>
              </a:rPr>
              <a:t> </a:t>
            </a:r>
            <a:endParaRPr lang="en-US" altLang="zh-CN" sz="200">
              <a:solidFill>
                <a:schemeClr val="bg1"/>
              </a:solidFill>
              <a:effectLst/>
            </a:endParaRPr>
          </a:p>
          <a:p>
            <a:r>
              <a:rPr lang="en-US" altLang="zh-CN" sz="2000">
                <a:solidFill>
                  <a:schemeClr val="bg1"/>
                </a:solidFill>
                <a:effectLst/>
              </a:rPr>
              <a:t>3.Application</a:t>
            </a:r>
            <a:endParaRPr lang="en-US" altLang="zh-CN" sz="2000">
              <a:solidFill>
                <a:schemeClr val="bg1"/>
              </a:solidFill>
              <a:effectLst/>
            </a:endParaRPr>
          </a:p>
          <a:p>
            <a:r>
              <a:rPr lang="en-US" altLang="zh-CN" sz="200">
                <a:solidFill>
                  <a:schemeClr val="bg1"/>
                </a:solidFill>
                <a:effectLst/>
              </a:rPr>
              <a:t> </a:t>
            </a:r>
            <a:endParaRPr lang="en-US" altLang="zh-CN" sz="200">
              <a:solidFill>
                <a:schemeClr val="bg1"/>
              </a:solidFill>
              <a:effectLst/>
            </a:endParaRPr>
          </a:p>
          <a:p>
            <a:r>
              <a:rPr lang="en-US" altLang="zh-CN" sz="2000">
                <a:solidFill>
                  <a:schemeClr val="bg1"/>
                </a:solidFill>
                <a:effectLst/>
              </a:rPr>
              <a:t>4.PPCA</a:t>
            </a:r>
            <a:endParaRPr lang="en-US" altLang="zh-CN" sz="2000">
              <a:solidFill>
                <a:schemeClr val="bg1"/>
              </a:solidFill>
              <a:effectLst/>
            </a:endParaRPr>
          </a:p>
          <a:p>
            <a:r>
              <a:rPr lang="en-US" altLang="zh-CN" sz="200">
                <a:solidFill>
                  <a:schemeClr val="bg1"/>
                </a:solidFill>
                <a:effectLst/>
              </a:rPr>
              <a:t> </a:t>
            </a:r>
            <a:endParaRPr lang="en-US" altLang="zh-CN" sz="200">
              <a:solidFill>
                <a:schemeClr val="bg1"/>
              </a:solidFill>
              <a:effectLst/>
            </a:endParaRPr>
          </a:p>
          <a:p>
            <a:r>
              <a:rPr lang="en-US" altLang="zh-CN" sz="2000">
                <a:solidFill>
                  <a:schemeClr val="bg1"/>
                </a:solidFill>
                <a:effectLst/>
              </a:rPr>
              <a:t>5.KPCA</a:t>
            </a:r>
            <a:endParaRPr lang="en-US" altLang="zh-CN" sz="2000">
              <a:solidFill>
                <a:schemeClr val="bg1"/>
              </a:solidFill>
              <a:effectLst/>
            </a:endParaRPr>
          </a:p>
          <a:p>
            <a:r>
              <a:rPr lang="en-US" altLang="zh-CN" sz="200">
                <a:solidFill>
                  <a:schemeClr val="bg1"/>
                </a:solidFill>
                <a:effectLst/>
              </a:rPr>
              <a:t>  </a:t>
            </a:r>
            <a:endParaRPr lang="en-US" altLang="zh-CN" sz="200">
              <a:solidFill>
                <a:schemeClr val="bg1"/>
              </a:solidFill>
              <a:effectLst/>
            </a:endParaRPr>
          </a:p>
          <a:p>
            <a:r>
              <a:rPr lang="en-US" altLang="zh-CN" sz="2000">
                <a:solidFill>
                  <a:schemeClr val="bg1"/>
                </a:solidFill>
                <a:effectLst/>
              </a:rPr>
              <a:t>6.RPCA</a:t>
            </a:r>
            <a:endParaRPr lang="en-US" altLang="zh-CN" sz="2000">
              <a:solidFill>
                <a:schemeClr val="bg1"/>
              </a:solidFill>
              <a:effectLst/>
            </a:endParaRPr>
          </a:p>
          <a:p>
            <a:r>
              <a:rPr lang="en-US" altLang="zh-CN" sz="200">
                <a:solidFill>
                  <a:schemeClr val="bg1"/>
                </a:solidFill>
                <a:effectLst/>
              </a:rPr>
              <a:t>  </a:t>
            </a:r>
            <a:endParaRPr lang="en-US" altLang="zh-CN" sz="200">
              <a:solidFill>
                <a:schemeClr val="bg1"/>
              </a:solidFill>
              <a:effectLst/>
            </a:endParaRPr>
          </a:p>
          <a:p>
            <a:r>
              <a:rPr lang="en-US" altLang="zh-CN" sz="2000">
                <a:solidFill>
                  <a:schemeClr val="bg1"/>
                </a:solidFill>
                <a:effectLst/>
              </a:rPr>
              <a:t>7.Conclusion</a:t>
            </a:r>
            <a:endParaRPr lang="en-US" altLang="zh-CN" sz="2000">
              <a:solidFill>
                <a:schemeClr val="bg1"/>
              </a:solidFill>
              <a:effectLst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660400" y="4686300"/>
            <a:ext cx="907669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600">
                <a:solidFill>
                  <a:srgbClr val="FF0000"/>
                </a:solidFill>
              </a:rPr>
              <a:t>Motivation : dimension reduction</a:t>
            </a:r>
            <a:endParaRPr lang="en-US" altLang="zh-CN" sz="3600">
              <a:solidFill>
                <a:srgbClr val="FF0000"/>
              </a:solidFill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" name="文本框 18"/>
          <p:cNvSpPr txBox="1"/>
          <p:nvPr/>
        </p:nvSpPr>
        <p:spPr>
          <a:xfrm>
            <a:off x="0" y="0"/>
            <a:ext cx="12191365" cy="6857365"/>
          </a:xfrm>
          <a:prstGeom prst="rect">
            <a:avLst/>
          </a:prstGeom>
          <a:gradFill>
            <a:gsLst>
              <a:gs pos="0">
                <a:srgbClr val="D7F0FC"/>
              </a:gs>
              <a:gs pos="52000">
                <a:srgbClr val="FFEFDE"/>
              </a:gs>
              <a:gs pos="100000">
                <a:srgbClr val="FFDCFC"/>
              </a:gs>
            </a:gsLst>
            <a:lin ang="5400000" scaled="1"/>
          </a:gradFill>
        </p:spPr>
        <p:txBody>
          <a:bodyPr wrap="square" rtlCol="0">
            <a:noAutofit/>
          </a:bodyPr>
          <a:p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342265" y="342265"/>
            <a:ext cx="531749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Mathematics Foundation</a:t>
            </a:r>
            <a:endParaRPr lang="en-US" altLang="zh-CN" sz="20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文本框 4"/>
              <p:cNvSpPr txBox="1"/>
              <p:nvPr/>
            </p:nvSpPr>
            <p:spPr>
              <a:xfrm>
                <a:off x="379730" y="897255"/>
                <a:ext cx="11423015" cy="508000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p>
                <a:r>
                  <a:rPr lang="en-US" altLang="zh-CN">
                    <a:solidFill>
                      <a:srgbClr val="FF0000"/>
                    </a:solidFill>
                    <a:effectLst>
                      <a:outerShdw blurRad="38100" dist="25400" dir="5400000" algn="ctr" rotWithShape="0">
                        <a:srgbClr val="6E747A">
                          <a:alpha val="43000"/>
                        </a:srgbClr>
                      </a:outerShdw>
                    </a:effectLst>
                  </a:rPr>
                  <a:t>(Def) </a:t>
                </a:r>
                <a:r>
                  <a:rPr lang="en-US" altLang="zh-CN">
                    <a:solidFill>
                      <a:schemeClr val="accent2"/>
                    </a:solidFill>
                    <a:effectLst>
                      <a:reflection blurRad="6350" stA="53000" endA="300" endPos="35500" dir="5400000" sy="-90000" algn="bl" rotWithShape="0"/>
                    </a:effectLst>
                  </a:rPr>
                  <a:t>Statistical Values</a:t>
                </a:r>
                <a:r>
                  <a:rPr lang="en-US" altLang="zh-CN">
                    <a:solidFill>
                      <a:srgbClr val="FF0000"/>
                    </a:solidFill>
                    <a:effectLst>
                      <a:outerShdw blurRad="38100" dist="25400" dir="5400000" algn="ctr" rotWithShape="0">
                        <a:srgbClr val="6E747A">
                          <a:alpha val="43000"/>
                        </a:srgbClr>
                      </a:outerShdw>
                    </a:effectLst>
                  </a:rPr>
                  <a:t>     </a:t>
                </a:r>
                <a:r>
                  <a:rPr lang="en-US" altLang="zh-CN">
                    <a:solidFill>
                      <a:schemeClr val="tx1"/>
                    </a:solidFill>
                    <a:effectLst>
                      <a:outerShdw blurRad="38100" dist="25400" dir="5400000" algn="ctr" rotWithShape="0">
                        <a:srgbClr val="6E747A">
                          <a:alpha val="43000"/>
                        </a:srgbClr>
                      </a:outerShdw>
                    </a:effectLst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i="1">
                            <a:solidFill>
                              <a:schemeClr val="tx1"/>
                            </a:solidFill>
                            <a:effectLst>
                              <a:outerShdw blurRad="38100" dist="25400" dir="5400000" algn="ctr" rotWithShape="0">
                                <a:srgbClr val="6E747A">
                                  <a:alpha val="43000"/>
                                </a:srgbClr>
                              </a:outerShdw>
                            </a:effectLst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accPr>
                      <m:e>
                        <m:r>
                          <a:rPr lang="en-US" altLang="zh-CN" i="1">
                            <a:solidFill>
                              <a:schemeClr val="tx1"/>
                            </a:solidFill>
                            <a:effectLst>
                              <a:outerShdw blurRad="38100" dist="25400" dir="5400000" algn="ctr" rotWithShape="0">
                                <a:srgbClr val="6E747A">
                                  <a:alpha val="43000"/>
                                </a:srgbClr>
                              </a:outerShdw>
                            </a:effectLst>
                            <a:latin typeface="Cambria Math" panose="02040503050406030204" charset="0"/>
                            <a:cs typeface="Cambria Math" panose="02040503050406030204" charset="0"/>
                          </a:rPr>
                          <m:t>𝑥</m:t>
                        </m:r>
                      </m:e>
                    </m:acc>
                    <m:r>
                      <a:rPr lang="en-US" altLang="zh-CN" i="1">
                        <a:solidFill>
                          <a:schemeClr val="tx1"/>
                        </a:solidFill>
                        <a:effectLst>
                          <a:outerShdw blurRad="38100" dist="25400" dir="5400000" algn="ctr" rotWithShape="0">
                            <a:srgbClr val="6E747A">
                              <a:alpha val="43000"/>
                            </a:srgbClr>
                          </a:outerShdw>
                        </a:effectLst>
                        <a:latin typeface="Cambria Math" panose="02040503050406030204" charset="0"/>
                        <a:cs typeface="Cambria Math" panose="02040503050406030204" charset="0"/>
                      </a:rPr>
                      <m:t>=</m:t>
                    </m:r>
                    <m:f>
                      <m:fPr>
                        <m:ctrlPr>
                          <a:rPr lang="en-US" altLang="zh-CN" i="1">
                            <a:solidFill>
                              <a:schemeClr val="tx1"/>
                            </a:solidFill>
                            <a:effectLst>
                              <a:outerShdw blurRad="38100" dist="25400" dir="5400000" algn="ctr" rotWithShape="0">
                                <a:srgbClr val="6E747A">
                                  <a:alpha val="43000"/>
                                </a:srgbClr>
                              </a:outerShdw>
                            </a:effectLst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fPr>
                      <m:num>
                        <m:r>
                          <a:rPr lang="en-US" altLang="zh-CN" i="1">
                            <a:solidFill>
                              <a:schemeClr val="tx1"/>
                            </a:solidFill>
                            <a:effectLst>
                              <a:outerShdw blurRad="38100" dist="25400" dir="5400000" algn="ctr" rotWithShape="0">
                                <a:srgbClr val="6E747A">
                                  <a:alpha val="43000"/>
                                </a:srgbClr>
                              </a:outerShdw>
                            </a:effectLst>
                            <a:latin typeface="Cambria Math" panose="02040503050406030204" charset="0"/>
                            <a:cs typeface="Cambria Math" panose="02040503050406030204" charset="0"/>
                          </a:rPr>
                          <m:t>1</m:t>
                        </m:r>
                      </m:num>
                      <m:den>
                        <m:r>
                          <a:rPr lang="en-US" altLang="zh-CN" i="1">
                            <a:solidFill>
                              <a:schemeClr val="tx1"/>
                            </a:solidFill>
                            <a:effectLst>
                              <a:outerShdw blurRad="38100" dist="25400" dir="5400000" algn="ctr" rotWithShape="0">
                                <a:srgbClr val="6E747A">
                                  <a:alpha val="43000"/>
                                </a:srgbClr>
                              </a:outerShdw>
                            </a:effectLst>
                            <a:latin typeface="Cambria Math" panose="02040503050406030204" charset="0"/>
                            <a:cs typeface="Cambria Math" panose="02040503050406030204" charset="0"/>
                          </a:rPr>
                          <m:t>𝑛</m:t>
                        </m:r>
                      </m:den>
                    </m:f>
                    <m:nary>
                      <m:naryPr>
                        <m:chr m:val="∑"/>
                        <m:limLoc m:val="undOvr"/>
                        <m:ctrlPr>
                          <a:rPr lang="en-US" altLang="zh-CN" i="1">
                            <a:solidFill>
                              <a:schemeClr val="tx1"/>
                            </a:solidFill>
                            <a:effectLst>
                              <a:outerShdw blurRad="38100" dist="25400" dir="5400000" algn="ctr" rotWithShape="0">
                                <a:srgbClr val="6E747A">
                                  <a:alpha val="43000"/>
                                </a:srgbClr>
                              </a:outerShdw>
                            </a:effectLst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naryPr>
                      <m:sub>
                        <m:r>
                          <a:rPr lang="en-US" altLang="zh-CN" i="1">
                            <a:solidFill>
                              <a:schemeClr val="tx1"/>
                            </a:solidFill>
                            <a:effectLst>
                              <a:outerShdw blurRad="38100" dist="25400" dir="5400000" algn="ctr" rotWithShape="0">
                                <a:srgbClr val="6E747A">
                                  <a:alpha val="43000"/>
                                </a:srgbClr>
                              </a:outerShdw>
                            </a:effectLst>
                            <a:latin typeface="Cambria Math" panose="02040503050406030204" charset="0"/>
                            <a:cs typeface="Cambria Math" panose="02040503050406030204" charset="0"/>
                          </a:rPr>
                          <m:t>𝑖</m:t>
                        </m:r>
                        <m:r>
                          <a:rPr lang="en-US" altLang="zh-CN" i="1">
                            <a:solidFill>
                              <a:schemeClr val="tx1"/>
                            </a:solidFill>
                            <a:effectLst>
                              <a:outerShdw blurRad="38100" dist="25400" dir="5400000" algn="ctr" rotWithShape="0">
                                <a:srgbClr val="6E747A">
                                  <a:alpha val="43000"/>
                                </a:srgbClr>
                              </a:outerShdw>
                            </a:effectLst>
                            <a:latin typeface="Cambria Math" panose="02040503050406030204" charset="0"/>
                            <a:cs typeface="Cambria Math" panose="02040503050406030204" charset="0"/>
                          </a:rPr>
                          <m:t>=</m:t>
                        </m:r>
                        <m:r>
                          <a:rPr lang="en-US" altLang="zh-CN" i="1">
                            <a:solidFill>
                              <a:schemeClr val="tx1"/>
                            </a:solidFill>
                            <a:effectLst>
                              <a:outerShdw blurRad="38100" dist="25400" dir="5400000" algn="ctr" rotWithShape="0">
                                <a:srgbClr val="6E747A">
                                  <a:alpha val="43000"/>
                                </a:srgbClr>
                              </a:outerShdw>
                            </a:effectLst>
                            <a:latin typeface="Cambria Math" panose="02040503050406030204" charset="0"/>
                            <a:cs typeface="Cambria Math" panose="02040503050406030204" charset="0"/>
                          </a:rPr>
                          <m:t>1</m:t>
                        </m:r>
                      </m:sub>
                      <m:sup>
                        <m:r>
                          <a:rPr lang="en-US" altLang="zh-CN" i="1">
                            <a:solidFill>
                              <a:schemeClr val="tx1"/>
                            </a:solidFill>
                            <a:effectLst>
                              <a:outerShdw blurRad="38100" dist="25400" dir="5400000" algn="ctr" rotWithShape="0">
                                <a:srgbClr val="6E747A">
                                  <a:alpha val="43000"/>
                                </a:srgbClr>
                              </a:outerShdw>
                            </a:effectLst>
                            <a:latin typeface="Cambria Math" panose="02040503050406030204" charset="0"/>
                            <a:cs typeface="Cambria Math" panose="02040503050406030204" charset="0"/>
                          </a:rPr>
                          <m:t>𝑛</m:t>
                        </m:r>
                      </m:sup>
                      <m:e>
                        <m:sSub>
                          <m:sSubPr>
                            <m:ctrlPr>
                              <a:rPr lang="en-US" altLang="zh-CN" i="1">
                                <a:solidFill>
                                  <a:schemeClr val="tx1"/>
                                </a:solidFill>
                                <a:effectLst>
                                  <a:outerShdw blurRad="38100" dist="25400" dir="5400000" algn="ctr" rotWithShape="0">
                                    <a:srgbClr val="6E747A">
                                      <a:alpha val="43000"/>
                                    </a:srgbClr>
                                  </a:outerShdw>
                                </a:effectLst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solidFill>
                                  <a:schemeClr val="tx1"/>
                                </a:solidFill>
                                <a:effectLst>
                                  <a:outerShdw blurRad="38100" dist="25400" dir="5400000" algn="ctr" rotWithShape="0">
                                    <a:srgbClr val="6E747A">
                                      <a:alpha val="43000"/>
                                    </a:srgbClr>
                                  </a:outerShdw>
                                </a:effectLst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i="1">
                                <a:solidFill>
                                  <a:schemeClr val="tx1"/>
                                </a:solidFill>
                                <a:effectLst>
                                  <a:outerShdw blurRad="38100" dist="25400" dir="5400000" algn="ctr" rotWithShape="0">
                                    <a:srgbClr val="6E747A">
                                      <a:alpha val="43000"/>
                                    </a:srgbClr>
                                  </a:outerShdw>
                                </a:effectLst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r>
                  <a:rPr lang="en-US" altLang="zh-CN" i="1">
                    <a:solidFill>
                      <a:schemeClr val="tx1"/>
                    </a:solidFill>
                    <a:effectLst>
                      <a:outerShdw blurRad="38100" dist="25400" dir="5400000" algn="ctr" rotWithShape="0">
                        <a:srgbClr val="6E747A">
                          <a:alpha val="43000"/>
                        </a:srgbClr>
                      </a:outerShdw>
                    </a:effectLst>
                    <a:latin typeface="Cambria Math" panose="02040503050406030204" charset="0"/>
                    <a:cs typeface="Cambria Math" panose="02040503050406030204" charset="0"/>
                  </a:rPr>
                  <a:t>    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>
                            <a:solidFill>
                              <a:schemeClr val="tx1"/>
                            </a:solidFill>
                            <a:effectLst>
                              <a:outerShdw blurRad="38100" dist="25400" dir="5400000" algn="ctr" rotWithShape="0">
                                <a:srgbClr val="6E747A">
                                  <a:alpha val="43000"/>
                                </a:srgbClr>
                              </a:outerShdw>
                            </a:effectLst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pPr>
                      <m:e>
                        <m:r>
                          <a:rPr lang="en-US" altLang="zh-CN" i="1">
                            <a:solidFill>
                              <a:schemeClr val="tx1"/>
                            </a:solidFill>
                            <a:effectLst>
                              <a:outerShdw blurRad="38100" dist="25400" dir="5400000" algn="ctr" rotWithShape="0">
                                <a:srgbClr val="6E747A">
                                  <a:alpha val="43000"/>
                                </a:srgbClr>
                              </a:outerShdw>
                            </a:effectLst>
                            <a:latin typeface="Cambria Math" panose="02040503050406030204" charset="0"/>
                            <a:cs typeface="Cambria Math" panose="02040503050406030204" charset="0"/>
                          </a:rPr>
                          <m:t>𝑠</m:t>
                        </m:r>
                      </m:e>
                      <m:sup>
                        <m:r>
                          <a:rPr lang="en-US" altLang="zh-CN" i="1">
                            <a:solidFill>
                              <a:schemeClr val="tx1"/>
                            </a:solidFill>
                            <a:effectLst>
                              <a:outerShdw blurRad="38100" dist="25400" dir="5400000" algn="ctr" rotWithShape="0">
                                <a:srgbClr val="6E747A">
                                  <a:alpha val="43000"/>
                                </a:srgbClr>
                              </a:outerShdw>
                            </a:effectLst>
                            <a:latin typeface="Cambria Math" panose="02040503050406030204" charset="0"/>
                            <a:cs typeface="Cambria Math" panose="02040503050406030204" charset="0"/>
                          </a:rPr>
                          <m:t>2</m:t>
                        </m:r>
                      </m:sup>
                    </m:sSup>
                    <m:r>
                      <a:rPr lang="en-US" altLang="zh-CN" i="1">
                        <a:solidFill>
                          <a:schemeClr val="tx1"/>
                        </a:solidFill>
                        <a:effectLst>
                          <a:outerShdw blurRad="38100" dist="25400" dir="5400000" algn="ctr" rotWithShape="0">
                            <a:srgbClr val="6E747A">
                              <a:alpha val="43000"/>
                            </a:srgbClr>
                          </a:outerShdw>
                        </a:effectLst>
                        <a:latin typeface="Cambria Math" panose="02040503050406030204" charset="0"/>
                        <a:cs typeface="Cambria Math" panose="02040503050406030204" charset="0"/>
                      </a:rPr>
                      <m:t>=</m:t>
                    </m:r>
                    <m:f>
                      <m:fPr>
                        <m:ctrlPr>
                          <a:rPr lang="en-US" altLang="zh-CN" i="1">
                            <a:solidFill>
                              <a:schemeClr val="tx1"/>
                            </a:solidFill>
                            <a:effectLst>
                              <a:outerShdw blurRad="38100" dist="25400" dir="5400000" algn="ctr" rotWithShape="0">
                                <a:srgbClr val="6E747A">
                                  <a:alpha val="43000"/>
                                </a:srgbClr>
                              </a:outerShdw>
                            </a:effectLst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fPr>
                      <m:num>
                        <m:r>
                          <a:rPr lang="en-US" altLang="zh-CN" i="1">
                            <a:solidFill>
                              <a:schemeClr val="tx1"/>
                            </a:solidFill>
                            <a:effectLst>
                              <a:outerShdw blurRad="38100" dist="25400" dir="5400000" algn="ctr" rotWithShape="0">
                                <a:srgbClr val="6E747A">
                                  <a:alpha val="43000"/>
                                </a:srgbClr>
                              </a:outerShdw>
                            </a:effectLst>
                            <a:latin typeface="Cambria Math" panose="02040503050406030204" charset="0"/>
                            <a:cs typeface="Cambria Math" panose="02040503050406030204" charset="0"/>
                          </a:rPr>
                          <m:t>1</m:t>
                        </m:r>
                      </m:num>
                      <m:den>
                        <m:r>
                          <a:rPr lang="en-US" altLang="zh-CN" i="1">
                            <a:solidFill>
                              <a:schemeClr val="tx1"/>
                            </a:solidFill>
                            <a:effectLst>
                              <a:outerShdw blurRad="38100" dist="25400" dir="5400000" algn="ctr" rotWithShape="0">
                                <a:srgbClr val="6E747A">
                                  <a:alpha val="43000"/>
                                </a:srgbClr>
                              </a:outerShdw>
                            </a:effectLst>
                            <a:latin typeface="Cambria Math" panose="02040503050406030204" charset="0"/>
                            <a:cs typeface="Cambria Math" panose="02040503050406030204" charset="0"/>
                          </a:rPr>
                          <m:t>𝑛</m:t>
                        </m:r>
                        <m:r>
                          <a:rPr lang="en-US" altLang="zh-CN" i="1">
                            <a:solidFill>
                              <a:schemeClr val="tx1"/>
                            </a:solidFill>
                            <a:effectLst>
                              <a:outerShdw blurRad="38100" dist="25400" dir="5400000" algn="ctr" rotWithShape="0">
                                <a:srgbClr val="6E747A">
                                  <a:alpha val="43000"/>
                                </a:srgbClr>
                              </a:outerShdw>
                            </a:effectLst>
                            <a:latin typeface="Cambria Math" panose="02040503050406030204" charset="0"/>
                            <a:cs typeface="Cambria Math" panose="02040503050406030204" charset="0"/>
                          </a:rPr>
                          <m:t>−</m:t>
                        </m:r>
                        <m:r>
                          <a:rPr lang="en-US" altLang="zh-CN" i="1">
                            <a:solidFill>
                              <a:schemeClr val="tx1"/>
                            </a:solidFill>
                            <a:effectLst>
                              <a:outerShdw blurRad="38100" dist="25400" dir="5400000" algn="ctr" rotWithShape="0">
                                <a:srgbClr val="6E747A">
                                  <a:alpha val="43000"/>
                                </a:srgbClr>
                              </a:outerShdw>
                            </a:effectLst>
                            <a:latin typeface="Cambria Math" panose="02040503050406030204" charset="0"/>
                            <a:cs typeface="Cambria Math" panose="02040503050406030204" charset="0"/>
                          </a:rPr>
                          <m:t>1</m:t>
                        </m:r>
                      </m:den>
                    </m:f>
                    <m:nary>
                      <m:naryPr>
                        <m:chr m:val="∑"/>
                        <m:limLoc m:val="undOvr"/>
                        <m:ctrlPr>
                          <a:rPr lang="en-US" altLang="zh-CN" i="1">
                            <a:solidFill>
                              <a:schemeClr val="tx1"/>
                            </a:solidFill>
                            <a:effectLst>
                              <a:outerShdw blurRad="38100" dist="25400" dir="5400000" algn="ctr" rotWithShape="0">
                                <a:srgbClr val="6E747A">
                                  <a:alpha val="43000"/>
                                </a:srgbClr>
                              </a:outerShdw>
                            </a:effectLst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naryPr>
                      <m:sub>
                        <m:r>
                          <a:rPr lang="en-US" altLang="zh-CN" i="1">
                            <a:solidFill>
                              <a:schemeClr val="tx1"/>
                            </a:solidFill>
                            <a:effectLst>
                              <a:outerShdw blurRad="38100" dist="25400" dir="5400000" algn="ctr" rotWithShape="0">
                                <a:srgbClr val="6E747A">
                                  <a:alpha val="43000"/>
                                </a:srgbClr>
                              </a:outerShdw>
                            </a:effectLst>
                            <a:latin typeface="Cambria Math" panose="02040503050406030204" charset="0"/>
                            <a:cs typeface="Cambria Math" panose="02040503050406030204" charset="0"/>
                          </a:rPr>
                          <m:t>𝑖</m:t>
                        </m:r>
                        <m:r>
                          <a:rPr lang="en-US" altLang="zh-CN" i="1">
                            <a:solidFill>
                              <a:schemeClr val="tx1"/>
                            </a:solidFill>
                            <a:effectLst>
                              <a:outerShdw blurRad="38100" dist="25400" dir="5400000" algn="ctr" rotWithShape="0">
                                <a:srgbClr val="6E747A">
                                  <a:alpha val="43000"/>
                                </a:srgbClr>
                              </a:outerShdw>
                            </a:effectLst>
                            <a:latin typeface="Cambria Math" panose="02040503050406030204" charset="0"/>
                            <a:cs typeface="Cambria Math" panose="02040503050406030204" charset="0"/>
                          </a:rPr>
                          <m:t>=</m:t>
                        </m:r>
                        <m:r>
                          <a:rPr lang="en-US" altLang="zh-CN" i="1">
                            <a:solidFill>
                              <a:schemeClr val="tx1"/>
                            </a:solidFill>
                            <a:effectLst>
                              <a:outerShdw blurRad="38100" dist="25400" dir="5400000" algn="ctr" rotWithShape="0">
                                <a:srgbClr val="6E747A">
                                  <a:alpha val="43000"/>
                                </a:srgbClr>
                              </a:outerShdw>
                            </a:effectLst>
                            <a:latin typeface="Cambria Math" panose="02040503050406030204" charset="0"/>
                            <a:cs typeface="Cambria Math" panose="02040503050406030204" charset="0"/>
                          </a:rPr>
                          <m:t>1</m:t>
                        </m:r>
                      </m:sub>
                      <m:sup>
                        <m:r>
                          <a:rPr lang="en-US" altLang="zh-CN" i="1">
                            <a:solidFill>
                              <a:schemeClr val="tx1"/>
                            </a:solidFill>
                            <a:effectLst>
                              <a:outerShdw blurRad="38100" dist="25400" dir="5400000" algn="ctr" rotWithShape="0">
                                <a:srgbClr val="6E747A">
                                  <a:alpha val="43000"/>
                                </a:srgbClr>
                              </a:outerShdw>
                            </a:effectLst>
                            <a:latin typeface="Cambria Math" panose="02040503050406030204" charset="0"/>
                            <a:cs typeface="Cambria Math" panose="02040503050406030204" charset="0"/>
                          </a:rPr>
                          <m:t>𝑛</m:t>
                        </m:r>
                      </m:sup>
                      <m:e>
                        <m:sSup>
                          <m:sSupPr>
                            <m:ctrlPr>
                              <a:rPr lang="en-US" altLang="zh-CN" i="1">
                                <a:solidFill>
                                  <a:schemeClr val="tx1"/>
                                </a:solidFill>
                                <a:effectLst>
                                  <a:outerShdw blurRad="38100" dist="25400" dir="5400000" algn="ctr" rotWithShape="0">
                                    <a:srgbClr val="6E747A">
                                      <a:alpha val="43000"/>
                                    </a:srgbClr>
                                  </a:outerShdw>
                                </a:effectLst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solidFill>
                                  <a:schemeClr val="tx1"/>
                                </a:solidFill>
                                <a:effectLst>
                                  <a:outerShdw blurRad="38100" dist="25400" dir="5400000" algn="ctr" rotWithShape="0">
                                    <a:srgbClr val="6E747A">
                                      <a:alpha val="43000"/>
                                    </a:srgbClr>
                                  </a:outerShdw>
                                </a:effectLst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altLang="zh-CN" i="1">
                                    <a:solidFill>
                                      <a:schemeClr val="tx1"/>
                                    </a:solidFill>
                                    <a:effectLst>
                                      <a:outerShdw blurRad="38100" dist="25400" dir="5400000" algn="ctr" rotWithShape="0">
                                        <a:srgbClr val="6E747A">
                                          <a:alpha val="43000"/>
                                        </a:srgbClr>
                                      </a:outerShdw>
                                    </a:effectLst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solidFill>
                                      <a:schemeClr val="tx1"/>
                                    </a:solidFill>
                                    <a:effectLst>
                                      <a:outerShdw blurRad="38100" dist="25400" dir="5400000" algn="ctr" rotWithShape="0">
                                        <a:srgbClr val="6E747A">
                                          <a:alpha val="43000"/>
                                        </a:srgbClr>
                                      </a:outerShdw>
                                    </a:effectLst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i="1">
                                    <a:solidFill>
                                      <a:schemeClr val="tx1"/>
                                    </a:solidFill>
                                    <a:effectLst>
                                      <a:outerShdw blurRad="38100" dist="25400" dir="5400000" algn="ctr" rotWithShape="0">
                                        <a:srgbClr val="6E747A">
                                          <a:alpha val="43000"/>
                                        </a:srgbClr>
                                      </a:outerShdw>
                                    </a:effectLst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altLang="zh-CN" i="1">
                                <a:solidFill>
                                  <a:schemeClr val="tx1"/>
                                </a:solidFill>
                                <a:effectLst>
                                  <a:outerShdw blurRad="38100" dist="25400" dir="5400000" algn="ctr" rotWithShape="0">
                                    <a:srgbClr val="6E747A">
                                      <a:alpha val="43000"/>
                                    </a:srgbClr>
                                  </a:outerShdw>
                                </a:effectLst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−</m:t>
                            </m:r>
                            <m:acc>
                              <m:accPr>
                                <m:chr m:val="̅"/>
                                <m:ctrlPr>
                                  <a:rPr lang="en-US" altLang="zh-CN" i="1">
                                    <a:solidFill>
                                      <a:schemeClr val="tx1"/>
                                    </a:solidFill>
                                    <a:effectLst>
                                      <a:outerShdw blurRad="38100" dist="25400" dir="5400000" algn="ctr" rotWithShape="0">
                                        <a:srgbClr val="6E747A">
                                          <a:alpha val="43000"/>
                                        </a:srgbClr>
                                      </a:outerShdw>
                                    </a:effectLst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CN" i="1">
                                    <a:solidFill>
                                      <a:schemeClr val="tx1"/>
                                    </a:solidFill>
                                    <a:effectLst>
                                      <a:outerShdw blurRad="38100" dist="25400" dir="5400000" algn="ctr" rotWithShape="0">
                                        <a:srgbClr val="6E747A">
                                          <a:alpha val="43000"/>
                                        </a:srgbClr>
                                      </a:outerShdw>
                                    </a:effectLst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𝑥</m:t>
                                </m:r>
                              </m:e>
                            </m:acc>
                            <m:r>
                              <a:rPr lang="en-US" altLang="zh-CN" i="1">
                                <a:solidFill>
                                  <a:schemeClr val="tx1"/>
                                </a:solidFill>
                                <a:effectLst>
                                  <a:outerShdw blurRad="38100" dist="25400" dir="5400000" algn="ctr" rotWithShape="0">
                                    <a:srgbClr val="6E747A">
                                      <a:alpha val="43000"/>
                                    </a:srgbClr>
                                  </a:outerShdw>
                                </a:effectLst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altLang="zh-CN" i="1">
                                <a:solidFill>
                                  <a:schemeClr val="tx1"/>
                                </a:solidFill>
                                <a:effectLst>
                                  <a:outerShdw blurRad="38100" dist="25400" dir="5400000" algn="ctr" rotWithShape="0">
                                    <a:srgbClr val="6E747A">
                                      <a:alpha val="43000"/>
                                    </a:srgbClr>
                                  </a:outerShdw>
                                </a:effectLst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2</m:t>
                            </m:r>
                          </m:sup>
                        </m:sSup>
                      </m:e>
                    </m:nary>
                    <m:r>
                      <a:rPr lang="en-US" altLang="zh-CN" i="1">
                        <a:solidFill>
                          <a:schemeClr val="tx1"/>
                        </a:solidFill>
                        <a:effectLst>
                          <a:outerShdw blurRad="38100" dist="25400" dir="5400000" algn="ctr" rotWithShape="0">
                            <a:srgbClr val="6E747A">
                              <a:alpha val="43000"/>
                            </a:srgbClr>
                          </a:outerShdw>
                        </a:effectLst>
                        <a:latin typeface="Cambria Math" panose="02040503050406030204" charset="0"/>
                        <a:cs typeface="Cambria Math" panose="02040503050406030204" charset="0"/>
                      </a:rPr>
                      <m:t> </m:t>
                    </m:r>
                  </m:oMath>
                </a14:m>
                <a:r>
                  <a:rPr lang="en-US" altLang="zh-CN" i="1">
                    <a:solidFill>
                      <a:schemeClr val="tx1"/>
                    </a:solidFill>
                    <a:effectLst>
                      <a:outerShdw blurRad="38100" dist="25400" dir="5400000" algn="ctr" rotWithShape="0">
                        <a:srgbClr val="6E747A">
                          <a:alpha val="43000"/>
                        </a:srgbClr>
                      </a:outerShdw>
                    </a:effectLst>
                    <a:latin typeface="Cambria Math" panose="02040503050406030204" charset="0"/>
                    <a:cs typeface="Cambria Math" panose="02040503050406030204" charset="0"/>
                  </a:rPr>
                  <a:t>          </a:t>
                </a:r>
                <a14:m>
                  <m:oMath xmlns:m="http://schemas.openxmlformats.org/officeDocument/2006/math">
                    <m:r>
                      <a:rPr lang="en-US" altLang="zh-CN" i="1">
                        <a:solidFill>
                          <a:schemeClr val="tx1"/>
                        </a:solidFill>
                        <a:effectLst>
                          <a:outerShdw blurRad="38100" dist="25400" dir="5400000" algn="ctr" rotWithShape="0">
                            <a:srgbClr val="6E747A">
                              <a:alpha val="43000"/>
                            </a:srgbClr>
                          </a:outerShdw>
                        </a:effectLst>
                        <a:latin typeface="Cambria Math" panose="02040503050406030204" charset="0"/>
                        <a:cs typeface="Cambria Math" panose="02040503050406030204" charset="0"/>
                      </a:rPr>
                      <m:t>𝐶𝑜𝑣</m:t>
                    </m:r>
                    <m:r>
                      <a:rPr lang="en-US" altLang="zh-CN" i="1">
                        <a:solidFill>
                          <a:schemeClr val="tx1"/>
                        </a:solidFill>
                        <a:effectLst>
                          <a:outerShdw blurRad="38100" dist="25400" dir="5400000" algn="ctr" rotWithShape="0">
                            <a:srgbClr val="6E747A">
                              <a:alpha val="43000"/>
                            </a:srgbClr>
                          </a:outerShdw>
                        </a:effectLst>
                        <a:latin typeface="Cambria Math" panose="02040503050406030204" charset="0"/>
                        <a:cs typeface="Cambria Math" panose="02040503050406030204" charset="0"/>
                      </a:rPr>
                      <m:t>(</m:t>
                    </m:r>
                    <m:r>
                      <a:rPr lang="en-US" altLang="zh-CN" i="1">
                        <a:solidFill>
                          <a:schemeClr val="tx1"/>
                        </a:solidFill>
                        <a:effectLst>
                          <a:outerShdw blurRad="38100" dist="25400" dir="5400000" algn="ctr" rotWithShape="0">
                            <a:srgbClr val="6E747A">
                              <a:alpha val="43000"/>
                            </a:srgbClr>
                          </a:outerShdw>
                        </a:effectLst>
                        <a:latin typeface="Cambria Math" panose="02040503050406030204" charset="0"/>
                        <a:cs typeface="Cambria Math" panose="02040503050406030204" charset="0"/>
                      </a:rPr>
                      <m:t>𝑋</m:t>
                    </m:r>
                    <m:r>
                      <a:rPr lang="en-US" altLang="zh-CN" i="1">
                        <a:solidFill>
                          <a:schemeClr val="tx1"/>
                        </a:solidFill>
                        <a:effectLst>
                          <a:outerShdw blurRad="38100" dist="25400" dir="5400000" algn="ctr" rotWithShape="0">
                            <a:srgbClr val="6E747A">
                              <a:alpha val="43000"/>
                            </a:srgbClr>
                          </a:outerShdw>
                        </a:effectLst>
                        <a:latin typeface="Cambria Math" panose="02040503050406030204" charset="0"/>
                        <a:cs typeface="Cambria Math" panose="02040503050406030204" charset="0"/>
                      </a:rPr>
                      <m:t>,</m:t>
                    </m:r>
                    <m:r>
                      <a:rPr lang="en-US" altLang="zh-CN" i="1">
                        <a:solidFill>
                          <a:schemeClr val="tx1"/>
                        </a:solidFill>
                        <a:effectLst>
                          <a:outerShdw blurRad="38100" dist="25400" dir="5400000" algn="ctr" rotWithShape="0">
                            <a:srgbClr val="6E747A">
                              <a:alpha val="43000"/>
                            </a:srgbClr>
                          </a:outerShdw>
                        </a:effectLst>
                        <a:latin typeface="Cambria Math" panose="02040503050406030204" charset="0"/>
                        <a:cs typeface="Cambria Math" panose="02040503050406030204" charset="0"/>
                      </a:rPr>
                      <m:t>𝑌</m:t>
                    </m:r>
                    <m:r>
                      <a:rPr lang="en-US" altLang="zh-CN" i="1">
                        <a:solidFill>
                          <a:schemeClr val="tx1"/>
                        </a:solidFill>
                        <a:effectLst>
                          <a:outerShdw blurRad="38100" dist="25400" dir="5400000" algn="ctr" rotWithShape="0">
                            <a:srgbClr val="6E747A">
                              <a:alpha val="43000"/>
                            </a:srgbClr>
                          </a:outerShdw>
                        </a:effectLst>
                        <a:latin typeface="Cambria Math" panose="02040503050406030204" charset="0"/>
                        <a:cs typeface="Cambria Math" panose="02040503050406030204" charset="0"/>
                      </a:rPr>
                      <m:t>)=</m:t>
                    </m:r>
                    <m:f>
                      <m:fPr>
                        <m:ctrlPr>
                          <a:rPr lang="en-US" altLang="zh-CN" i="1">
                            <a:solidFill>
                              <a:schemeClr val="tx1"/>
                            </a:solidFill>
                            <a:effectLst>
                              <a:outerShdw blurRad="38100" dist="25400" dir="5400000" algn="ctr" rotWithShape="0">
                                <a:srgbClr val="6E747A">
                                  <a:alpha val="43000"/>
                                </a:srgbClr>
                              </a:outerShdw>
                            </a:effectLst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fPr>
                      <m:num>
                        <m:r>
                          <a:rPr lang="en-US" altLang="zh-CN" i="1">
                            <a:solidFill>
                              <a:schemeClr val="tx1"/>
                            </a:solidFill>
                            <a:effectLst>
                              <a:outerShdw blurRad="38100" dist="25400" dir="5400000" algn="ctr" rotWithShape="0">
                                <a:srgbClr val="6E747A">
                                  <a:alpha val="43000"/>
                                </a:srgbClr>
                              </a:outerShdw>
                            </a:effectLst>
                            <a:latin typeface="Cambria Math" panose="02040503050406030204" charset="0"/>
                            <a:cs typeface="Cambria Math" panose="02040503050406030204" charset="0"/>
                          </a:rPr>
                          <m:t>1</m:t>
                        </m:r>
                      </m:num>
                      <m:den>
                        <m:r>
                          <a:rPr lang="en-US" altLang="zh-CN" i="1">
                            <a:solidFill>
                              <a:schemeClr val="tx1"/>
                            </a:solidFill>
                            <a:effectLst>
                              <a:outerShdw blurRad="38100" dist="25400" dir="5400000" algn="ctr" rotWithShape="0">
                                <a:srgbClr val="6E747A">
                                  <a:alpha val="43000"/>
                                </a:srgbClr>
                              </a:outerShdw>
                            </a:effectLst>
                            <a:latin typeface="Cambria Math" panose="02040503050406030204" charset="0"/>
                            <a:cs typeface="Cambria Math" panose="02040503050406030204" charset="0"/>
                          </a:rPr>
                          <m:t>𝑛</m:t>
                        </m:r>
                        <m:r>
                          <a:rPr lang="en-US" altLang="zh-CN" i="1">
                            <a:solidFill>
                              <a:schemeClr val="tx1"/>
                            </a:solidFill>
                            <a:effectLst>
                              <a:outerShdw blurRad="38100" dist="25400" dir="5400000" algn="ctr" rotWithShape="0">
                                <a:srgbClr val="6E747A">
                                  <a:alpha val="43000"/>
                                </a:srgbClr>
                              </a:outerShdw>
                            </a:effectLst>
                            <a:latin typeface="Cambria Math" panose="02040503050406030204" charset="0"/>
                            <a:cs typeface="Cambria Math" panose="02040503050406030204" charset="0"/>
                          </a:rPr>
                          <m:t>−</m:t>
                        </m:r>
                        <m:r>
                          <a:rPr lang="en-US" altLang="zh-CN" i="1">
                            <a:solidFill>
                              <a:schemeClr val="tx1"/>
                            </a:solidFill>
                            <a:effectLst>
                              <a:outerShdw blurRad="38100" dist="25400" dir="5400000" algn="ctr" rotWithShape="0">
                                <a:srgbClr val="6E747A">
                                  <a:alpha val="43000"/>
                                </a:srgbClr>
                              </a:outerShdw>
                            </a:effectLst>
                            <a:latin typeface="Cambria Math" panose="02040503050406030204" charset="0"/>
                            <a:cs typeface="Cambria Math" panose="02040503050406030204" charset="0"/>
                          </a:rPr>
                          <m:t>1</m:t>
                        </m:r>
                      </m:den>
                    </m:f>
                    <m:nary>
                      <m:naryPr>
                        <m:chr m:val="∑"/>
                        <m:limLoc m:val="undOvr"/>
                        <m:ctrlPr>
                          <a:rPr lang="en-US" altLang="zh-CN" i="1">
                            <a:solidFill>
                              <a:schemeClr val="tx1"/>
                            </a:solidFill>
                            <a:effectLst>
                              <a:outerShdw blurRad="38100" dist="25400" dir="5400000" algn="ctr" rotWithShape="0">
                                <a:srgbClr val="6E747A">
                                  <a:alpha val="43000"/>
                                </a:srgbClr>
                              </a:outerShdw>
                            </a:effectLst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naryPr>
                      <m:sub>
                        <m:r>
                          <a:rPr lang="en-US" altLang="zh-CN" i="1">
                            <a:solidFill>
                              <a:schemeClr val="tx1"/>
                            </a:solidFill>
                            <a:effectLst>
                              <a:outerShdw blurRad="38100" dist="25400" dir="5400000" algn="ctr" rotWithShape="0">
                                <a:srgbClr val="6E747A">
                                  <a:alpha val="43000"/>
                                </a:srgbClr>
                              </a:outerShdw>
                            </a:effectLst>
                            <a:latin typeface="Cambria Math" panose="02040503050406030204" charset="0"/>
                            <a:cs typeface="Cambria Math" panose="02040503050406030204" charset="0"/>
                          </a:rPr>
                          <m:t>𝑖</m:t>
                        </m:r>
                        <m:r>
                          <a:rPr lang="en-US" altLang="zh-CN" i="1">
                            <a:solidFill>
                              <a:schemeClr val="tx1"/>
                            </a:solidFill>
                            <a:effectLst>
                              <a:outerShdw blurRad="38100" dist="25400" dir="5400000" algn="ctr" rotWithShape="0">
                                <a:srgbClr val="6E747A">
                                  <a:alpha val="43000"/>
                                </a:srgbClr>
                              </a:outerShdw>
                            </a:effectLst>
                            <a:latin typeface="Cambria Math" panose="02040503050406030204" charset="0"/>
                            <a:cs typeface="Cambria Math" panose="02040503050406030204" charset="0"/>
                          </a:rPr>
                          <m:t>=</m:t>
                        </m:r>
                        <m:r>
                          <a:rPr lang="en-US" altLang="zh-CN" i="1">
                            <a:solidFill>
                              <a:schemeClr val="tx1"/>
                            </a:solidFill>
                            <a:effectLst>
                              <a:outerShdw blurRad="38100" dist="25400" dir="5400000" algn="ctr" rotWithShape="0">
                                <a:srgbClr val="6E747A">
                                  <a:alpha val="43000"/>
                                </a:srgbClr>
                              </a:outerShdw>
                            </a:effectLst>
                            <a:latin typeface="Cambria Math" panose="02040503050406030204" charset="0"/>
                            <a:cs typeface="Cambria Math" panose="02040503050406030204" charset="0"/>
                          </a:rPr>
                          <m:t>1</m:t>
                        </m:r>
                      </m:sub>
                      <m:sup>
                        <m:r>
                          <a:rPr lang="en-US" altLang="zh-CN" i="1">
                            <a:solidFill>
                              <a:schemeClr val="tx1"/>
                            </a:solidFill>
                            <a:effectLst>
                              <a:outerShdw blurRad="38100" dist="25400" dir="5400000" algn="ctr" rotWithShape="0">
                                <a:srgbClr val="6E747A">
                                  <a:alpha val="43000"/>
                                </a:srgbClr>
                              </a:outerShdw>
                            </a:effectLst>
                            <a:latin typeface="Cambria Math" panose="02040503050406030204" charset="0"/>
                            <a:cs typeface="Cambria Math" panose="02040503050406030204" charset="0"/>
                          </a:rPr>
                          <m:t>𝑛</m:t>
                        </m:r>
                      </m:sup>
                      <m:e>
                        <m:r>
                          <a:rPr lang="en-US" altLang="zh-CN" i="1">
                            <a:solidFill>
                              <a:schemeClr val="tx1"/>
                            </a:solidFill>
                            <a:effectLst>
                              <a:outerShdw blurRad="38100" dist="25400" dir="5400000" algn="ctr" rotWithShape="0">
                                <a:srgbClr val="6E747A">
                                  <a:alpha val="43000"/>
                                </a:srgbClr>
                              </a:outerShdw>
                            </a:effectLst>
                            <a:latin typeface="Cambria Math" panose="02040503050406030204" charset="0"/>
                            <a:cs typeface="Cambria Math" panose="02040503050406030204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CN" i="1">
                                <a:solidFill>
                                  <a:schemeClr val="tx1"/>
                                </a:solidFill>
                                <a:effectLst>
                                  <a:outerShdw blurRad="38100" dist="25400" dir="5400000" algn="ctr" rotWithShape="0">
                                    <a:srgbClr val="6E747A">
                                      <a:alpha val="43000"/>
                                    </a:srgbClr>
                                  </a:outerShdw>
                                </a:effectLst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solidFill>
                                  <a:schemeClr val="tx1"/>
                                </a:solidFill>
                                <a:effectLst>
                                  <a:outerShdw blurRad="38100" dist="25400" dir="5400000" algn="ctr" rotWithShape="0">
                                    <a:srgbClr val="6E747A">
                                      <a:alpha val="43000"/>
                                    </a:srgbClr>
                                  </a:outerShdw>
                                </a:effectLst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i="1">
                                <a:solidFill>
                                  <a:schemeClr val="tx1"/>
                                </a:solidFill>
                                <a:effectLst>
                                  <a:outerShdw blurRad="38100" dist="25400" dir="5400000" algn="ctr" rotWithShape="0">
                                    <a:srgbClr val="6E747A">
                                      <a:alpha val="43000"/>
                                    </a:srgbClr>
                                  </a:outerShdw>
                                </a:effectLst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i="1">
                            <a:solidFill>
                              <a:schemeClr val="tx1"/>
                            </a:solidFill>
                            <a:effectLst>
                              <a:outerShdw blurRad="38100" dist="25400" dir="5400000" algn="ctr" rotWithShape="0">
                                <a:srgbClr val="6E747A">
                                  <a:alpha val="43000"/>
                                </a:srgbClr>
                              </a:outerShdw>
                            </a:effectLst>
                            <a:latin typeface="Cambria Math" panose="02040503050406030204" charset="0"/>
                            <a:cs typeface="Cambria Math" panose="02040503050406030204" charset="0"/>
                          </a:rPr>
                          <m:t>−</m:t>
                        </m:r>
                        <m:acc>
                          <m:accPr>
                            <m:chr m:val="̅"/>
                            <m:ctrlPr>
                              <a:rPr lang="en-US" altLang="zh-CN" i="1">
                                <a:solidFill>
                                  <a:schemeClr val="tx1"/>
                                </a:solidFill>
                                <a:effectLst>
                                  <a:outerShdw blurRad="38100" dist="25400" dir="5400000" algn="ctr" rotWithShape="0">
                                    <a:srgbClr val="6E747A">
                                      <a:alpha val="43000"/>
                                    </a:srgbClr>
                                  </a:outerShdw>
                                </a:effectLst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accPr>
                          <m:e>
                            <m:r>
                              <a:rPr lang="en-US" altLang="zh-CN" i="1">
                                <a:solidFill>
                                  <a:schemeClr val="tx1"/>
                                </a:solidFill>
                                <a:effectLst>
                                  <a:outerShdw blurRad="38100" dist="25400" dir="5400000" algn="ctr" rotWithShape="0">
                                    <a:srgbClr val="6E747A">
                                      <a:alpha val="43000"/>
                                    </a:srgbClr>
                                  </a:outerShdw>
                                </a:effectLst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𝑥</m:t>
                            </m:r>
                          </m:e>
                        </m:acc>
                        <m:r>
                          <a:rPr lang="en-US" altLang="zh-CN" i="1">
                            <a:solidFill>
                              <a:schemeClr val="tx1"/>
                            </a:solidFill>
                            <a:effectLst>
                              <a:outerShdw blurRad="38100" dist="25400" dir="5400000" algn="ctr" rotWithShape="0">
                                <a:srgbClr val="6E747A">
                                  <a:alpha val="43000"/>
                                </a:srgbClr>
                              </a:outerShdw>
                            </a:effectLst>
                            <a:latin typeface="Cambria Math" panose="02040503050406030204" charset="0"/>
                            <a:cs typeface="Cambria Math" panose="02040503050406030204" charset="0"/>
                          </a:rPr>
                          <m:t>)(</m:t>
                        </m:r>
                        <m:sSub>
                          <m:sSubPr>
                            <m:ctrlPr>
                              <a:rPr lang="en-US" altLang="zh-CN" i="1">
                                <a:solidFill>
                                  <a:schemeClr val="tx1"/>
                                </a:solidFill>
                                <a:effectLst>
                                  <a:outerShdw blurRad="38100" dist="25400" dir="5400000" algn="ctr" rotWithShape="0">
                                    <a:srgbClr val="6E747A">
                                      <a:alpha val="43000"/>
                                    </a:srgbClr>
                                  </a:outerShdw>
                                </a:effectLst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solidFill>
                                  <a:schemeClr val="tx1"/>
                                </a:solidFill>
                                <a:effectLst>
                                  <a:outerShdw blurRad="38100" dist="25400" dir="5400000" algn="ctr" rotWithShape="0">
                                    <a:srgbClr val="6E747A">
                                      <a:alpha val="43000"/>
                                    </a:srgbClr>
                                  </a:outerShdw>
                                </a:effectLst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i="1">
                                <a:solidFill>
                                  <a:schemeClr val="tx1"/>
                                </a:solidFill>
                                <a:effectLst>
                                  <a:outerShdw blurRad="38100" dist="25400" dir="5400000" algn="ctr" rotWithShape="0">
                                    <a:srgbClr val="6E747A">
                                      <a:alpha val="43000"/>
                                    </a:srgbClr>
                                  </a:outerShdw>
                                </a:effectLst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i="1">
                            <a:solidFill>
                              <a:schemeClr val="tx1"/>
                            </a:solidFill>
                            <a:effectLst>
                              <a:outerShdw blurRad="38100" dist="25400" dir="5400000" algn="ctr" rotWithShape="0">
                                <a:srgbClr val="6E747A">
                                  <a:alpha val="43000"/>
                                </a:srgbClr>
                              </a:outerShdw>
                            </a:effectLst>
                            <a:latin typeface="Cambria Math" panose="02040503050406030204" charset="0"/>
                            <a:cs typeface="Cambria Math" panose="02040503050406030204" charset="0"/>
                          </a:rPr>
                          <m:t>−</m:t>
                        </m:r>
                        <m:acc>
                          <m:accPr>
                            <m:chr m:val="̅"/>
                            <m:ctrlPr>
                              <a:rPr lang="en-US" altLang="zh-CN" i="1">
                                <a:solidFill>
                                  <a:schemeClr val="tx1"/>
                                </a:solidFill>
                                <a:effectLst>
                                  <a:outerShdw blurRad="38100" dist="25400" dir="5400000" algn="ctr" rotWithShape="0">
                                    <a:srgbClr val="6E747A">
                                      <a:alpha val="43000"/>
                                    </a:srgbClr>
                                  </a:outerShdw>
                                </a:effectLst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accPr>
                          <m:e>
                            <m:r>
                              <a:rPr lang="en-US" altLang="zh-CN" i="1">
                                <a:solidFill>
                                  <a:schemeClr val="tx1"/>
                                </a:solidFill>
                                <a:effectLst>
                                  <a:outerShdw blurRad="38100" dist="25400" dir="5400000" algn="ctr" rotWithShape="0">
                                    <a:srgbClr val="6E747A">
                                      <a:alpha val="43000"/>
                                    </a:srgbClr>
                                  </a:outerShdw>
                                </a:effectLst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𝑦</m:t>
                            </m:r>
                          </m:e>
                        </m:acc>
                        <m:r>
                          <a:rPr lang="en-US" altLang="zh-CN" i="1">
                            <a:solidFill>
                              <a:schemeClr val="tx1"/>
                            </a:solidFill>
                            <a:effectLst>
                              <a:outerShdw blurRad="38100" dist="25400" dir="5400000" algn="ctr" rotWithShape="0">
                                <a:srgbClr val="6E747A">
                                  <a:alpha val="43000"/>
                                </a:srgbClr>
                              </a:outerShdw>
                            </a:effectLst>
                            <a:latin typeface="Cambria Math" panose="02040503050406030204" charset="0"/>
                            <a:cs typeface="Cambria Math" panose="02040503050406030204" charset="0"/>
                          </a:rPr>
                          <m:t>)</m:t>
                        </m:r>
                      </m:e>
                    </m:nary>
                  </m:oMath>
                </a14:m>
                <a:endParaRPr lang="en-US" altLang="zh-CN" i="1">
                  <a:solidFill>
                    <a:schemeClr val="tx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5" name="文本框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9730" y="897255"/>
                <a:ext cx="11423015" cy="508000"/>
              </a:xfrm>
              <a:prstGeom prst="rect">
                <a:avLst/>
              </a:prstGeom>
              <a:blipFill rotWithShape="1">
                <a:blip r:embed="rId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文本框 5"/>
          <p:cNvSpPr txBox="1"/>
          <p:nvPr/>
        </p:nvSpPr>
        <p:spPr>
          <a:xfrm>
            <a:off x="7920990" y="1461135"/>
            <a:ext cx="47390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rgbClr val="FF0000"/>
                </a:solidFill>
              </a:rPr>
              <a:t>(Mean)</a:t>
            </a:r>
            <a:r>
              <a:rPr lang="en-US" altLang="zh-CN"/>
              <a:t>  correlation : </a:t>
            </a:r>
            <a:r>
              <a:rPr lang="en-US" altLang="zh-CN">
                <a:solidFill>
                  <a:schemeClr val="accent4"/>
                </a:solidFill>
              </a:rPr>
              <a:t>+,-,0</a:t>
            </a:r>
            <a:endParaRPr lang="en-US" altLang="zh-CN">
              <a:solidFill>
                <a:schemeClr val="accent4"/>
              </a:solidFill>
            </a:endParaRPr>
          </a:p>
        </p:txBody>
      </p:sp>
      <p:cxnSp>
        <p:nvCxnSpPr>
          <p:cNvPr id="9" name="曲线连接符 8"/>
          <p:cNvCxnSpPr>
            <a:endCxn id="6" idx="1"/>
          </p:cNvCxnSpPr>
          <p:nvPr/>
        </p:nvCxnSpPr>
        <p:spPr>
          <a:xfrm rot="5400000" flipV="1">
            <a:off x="7597775" y="1322070"/>
            <a:ext cx="352425" cy="294005"/>
          </a:xfrm>
          <a:prstGeom prst="curvedConnector2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2" name="虚尾箭头 11"/>
          <p:cNvSpPr/>
          <p:nvPr/>
        </p:nvSpPr>
        <p:spPr>
          <a:xfrm rot="10800000">
            <a:off x="6888480" y="965200"/>
            <a:ext cx="431165" cy="372745"/>
          </a:xfrm>
          <a:prstGeom prst="stripedRightArrow">
            <a:avLst/>
          </a:prstGeom>
          <a:gradFill>
            <a:gsLst>
              <a:gs pos="0">
                <a:srgbClr val="CFF9AE"/>
              </a:gs>
              <a:gs pos="90000">
                <a:srgbClr val="49E7CE"/>
              </a:gs>
            </a:gsLst>
            <a:path path="circle">
              <a:fillToRect l="100000" t="100000"/>
            </a:path>
            <a:tileRect r="-100000" b="-100000"/>
          </a:gra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文本框 12"/>
              <p:cNvSpPr txBox="1"/>
              <p:nvPr/>
            </p:nvSpPr>
            <p:spPr>
              <a:xfrm>
                <a:off x="379730" y="1746250"/>
                <a:ext cx="10078085" cy="9785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>
                    <a:solidFill>
                      <a:srgbClr val="FF0000"/>
                    </a:solidFill>
                  </a:rPr>
                  <a:t>(Def) </a:t>
                </a:r>
                <a:r>
                  <a:rPr lang="en-US" altLang="zh-CN">
                    <a:solidFill>
                      <a:schemeClr val="accent2"/>
                    </a:solidFill>
                  </a:rPr>
                  <a:t>Cov</a:t>
                </a:r>
                <a:r>
                  <a:rPr lang="en-US" altLang="zh-CN">
                    <a:solidFill>
                      <a:srgbClr val="FF0000"/>
                    </a:solidFill>
                  </a:rPr>
                  <a:t> </a:t>
                </a:r>
                <a:r>
                  <a:rPr lang="en-US" altLang="zh-CN">
                    <a:solidFill>
                      <a:schemeClr val="accent2"/>
                    </a:solidFill>
                  </a:rPr>
                  <a:t>Matrix  </a:t>
                </a:r>
                <a:r>
                  <a:rPr lang="en-US" altLang="zh-CN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solidFill>
                          <a:schemeClr val="tx1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𝐶𝑜𝑣</m:t>
                    </m:r>
                    <m:r>
                      <a:rPr lang="en-US" altLang="zh-CN" i="1">
                        <a:solidFill>
                          <a:schemeClr val="tx1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(</m:t>
                    </m:r>
                    <m:r>
                      <a:rPr lang="en-US" altLang="zh-CN" i="1">
                        <a:solidFill>
                          <a:schemeClr val="tx1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𝑋</m:t>
                    </m:r>
                    <m:r>
                      <a:rPr lang="en-US" altLang="zh-CN" i="1">
                        <a:solidFill>
                          <a:schemeClr val="tx1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,</m:t>
                    </m:r>
                    <m:r>
                      <a:rPr lang="en-US" altLang="zh-CN" i="1">
                        <a:solidFill>
                          <a:schemeClr val="tx1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𝑌</m:t>
                    </m:r>
                    <m:r>
                      <a:rPr lang="en-US" altLang="zh-CN" i="1">
                        <a:solidFill>
                          <a:schemeClr val="tx1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,</m:t>
                    </m:r>
                    <m:r>
                      <a:rPr lang="en-US" altLang="zh-CN" i="1">
                        <a:solidFill>
                          <a:schemeClr val="tx1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𝑍</m:t>
                    </m:r>
                    <m:r>
                      <a:rPr lang="en-US" altLang="zh-CN" i="1">
                        <a:solidFill>
                          <a:schemeClr val="tx1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)=</m:t>
                    </m:r>
                    <m:d>
                      <m:dPr>
                        <m:ctrlP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i="1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𝐶𝑜𝑣</m:t>
                              </m:r>
                              <m: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(</m:t>
                              </m:r>
                              <m: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𝑋</m:t>
                              </m:r>
                              <m: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,</m:t>
                              </m:r>
                              <m: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𝑋</m:t>
                              </m:r>
                              <m: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)</m:t>
                              </m:r>
                            </m:e>
                            <m:e>
                              <m: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𝐶𝑜𝑣</m:t>
                              </m:r>
                              <m: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(</m:t>
                              </m:r>
                              <m: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𝑋</m:t>
                              </m:r>
                              <m: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,</m:t>
                              </m:r>
                              <m: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𝑌</m:t>
                              </m:r>
                              <m: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)</m:t>
                              </m:r>
                            </m:e>
                            <m:e>
                              <m: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𝐶𝑜𝑣</m:t>
                              </m:r>
                              <m: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(</m:t>
                              </m:r>
                              <m: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𝑋</m:t>
                              </m:r>
                              <m: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,</m:t>
                              </m:r>
                              <m: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𝑍</m:t>
                              </m:r>
                              <m: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)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𝐶𝑜𝑣</m:t>
                              </m:r>
                              <m: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(</m:t>
                              </m:r>
                              <m: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𝑌</m:t>
                              </m:r>
                              <m: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,</m:t>
                              </m:r>
                              <m: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𝑋</m:t>
                              </m:r>
                              <m: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)</m:t>
                              </m:r>
                            </m:e>
                            <m:e>
                              <m: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𝐶𝑜𝑣</m:t>
                              </m:r>
                              <m: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(</m:t>
                              </m:r>
                              <m: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𝑌</m:t>
                              </m:r>
                              <m: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,</m:t>
                              </m:r>
                              <m: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𝑌</m:t>
                              </m:r>
                              <m: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)</m:t>
                              </m:r>
                            </m:e>
                            <m:e>
                              <m: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𝐶𝑜𝑣</m:t>
                              </m:r>
                              <m: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(</m:t>
                              </m:r>
                              <m: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𝑌</m:t>
                              </m:r>
                              <m: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,</m:t>
                              </m:r>
                              <m: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𝑍</m:t>
                              </m:r>
                              <m: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)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𝐶𝑜𝑣</m:t>
                              </m:r>
                              <m: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(</m:t>
                              </m:r>
                              <m: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𝑍</m:t>
                              </m:r>
                              <m: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,</m:t>
                              </m:r>
                              <m: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𝑋</m:t>
                              </m:r>
                              <m: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)</m:t>
                              </m:r>
                            </m:e>
                            <m:e>
                              <m: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𝐶𝑜𝑣</m:t>
                              </m:r>
                              <m: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(</m:t>
                              </m:r>
                              <m: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𝑍</m:t>
                              </m:r>
                              <m: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,</m:t>
                              </m:r>
                              <m: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𝑌</m:t>
                              </m:r>
                              <m: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)</m:t>
                              </m:r>
                            </m:e>
                            <m:e>
                              <m: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𝐶𝑜𝑣</m:t>
                              </m:r>
                              <m: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(</m:t>
                              </m:r>
                              <m: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𝑍</m:t>
                              </m:r>
                              <m: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,</m:t>
                              </m:r>
                              <m: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𝑍</m:t>
                              </m:r>
                              <m: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)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altLang="zh-CN">
                    <a:solidFill>
                      <a:schemeClr val="accent2"/>
                    </a:solidFill>
                  </a:rPr>
                  <a:t>   </a:t>
                </a:r>
                <a:r>
                  <a:rPr lang="en-US" altLang="zh-CN">
                    <a:solidFill>
                      <a:schemeClr val="accent2"/>
                    </a:solidFill>
                  </a:rPr>
                  <a:t>  </a:t>
                </a:r>
                <a:endParaRPr lang="en-US" altLang="zh-CN">
                  <a:solidFill>
                    <a:schemeClr val="accent2"/>
                  </a:solidFill>
                </a:endParaRPr>
              </a:p>
            </p:txBody>
          </p:sp>
        </mc:Choice>
        <mc:Fallback>
          <p:sp>
            <p:nvSpPr>
              <p:cNvPr id="13" name="文本框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9730" y="1746250"/>
                <a:ext cx="10078085" cy="978535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文本框 13"/>
              <p:cNvSpPr txBox="1"/>
              <p:nvPr/>
            </p:nvSpPr>
            <p:spPr>
              <a:xfrm>
                <a:off x="379730" y="2825750"/>
                <a:ext cx="11043920" cy="485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>
                    <a:solidFill>
                      <a:srgbClr val="FF0000"/>
                    </a:solidFill>
                  </a:rPr>
                  <a:t>(Def)</a:t>
                </a:r>
                <a:r>
                  <a:rPr lang="en-US" altLang="zh-CN">
                    <a:solidFill>
                      <a:schemeClr val="accent2"/>
                    </a:solidFill>
                  </a:rPr>
                  <a:t> Scatter Matrix  </a:t>
                </a:r>
                <a:r>
                  <a:rPr lang="en-US" altLang="zh-CN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solidFill>
                          <a:schemeClr val="tx1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𝑆</m:t>
                    </m:r>
                    <m:r>
                      <a:rPr lang="en-US" altLang="zh-CN" i="1">
                        <a:solidFill>
                          <a:schemeClr val="tx1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=</m:t>
                    </m:r>
                    <m:nary>
                      <m:naryPr>
                        <m:chr m:val="∑"/>
                        <m:limLoc m:val="subSup"/>
                        <m:ctrlP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naryPr>
                      <m:sub>
                        <m: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𝑘</m:t>
                        </m:r>
                        <m: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=</m:t>
                        </m:r>
                        <m: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1</m:t>
                        </m:r>
                      </m:sub>
                      <m:sup>
                        <m: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𝑛</m:t>
                        </m:r>
                      </m:sup>
                      <m:e>
                        <m: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CN" b="1" i="1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lang="en-US" altLang="zh-CN" b="1" i="1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zh-CN" b="1" i="1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𝒌</m:t>
                            </m:r>
                          </m:sub>
                        </m:sSub>
                        <m: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−</m:t>
                        </m:r>
                        <m:r>
                          <a:rPr lang="en-US" altLang="zh-CN" b="1" i="1">
                            <a:solidFill>
                              <a:schemeClr val="tx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𝒎</m:t>
                        </m:r>
                        <m: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)</m:t>
                        </m:r>
                        <m:sSup>
                          <m:sSupPr>
                            <m:ctrlPr>
                              <a:rPr lang="en-US" altLang="zh-CN" i="1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altLang="zh-CN" b="1" i="1">
                                    <a:solidFill>
                                      <a:schemeClr val="tx1"/>
                                    </a:solidFill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1" i="1">
                                    <a:solidFill>
                                      <a:schemeClr val="tx1"/>
                                    </a:solidFill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en-US" altLang="zh-CN" b="1" i="1">
                                    <a:solidFill>
                                      <a:schemeClr val="tx1"/>
                                    </a:solidFill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𝒌</m:t>
                                </m:r>
                              </m:sub>
                            </m:sSub>
                            <m:r>
                              <a:rPr lang="en-US" altLang="zh-CN" i="1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−</m:t>
                            </m:r>
                            <m:r>
                              <a:rPr lang="en-US" altLang="zh-CN" b="1" i="1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𝒎</m:t>
                            </m:r>
                            <m:r>
                              <a:rPr lang="en-US" altLang="zh-CN" i="1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altLang="zh-CN" i="1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𝑇</m:t>
                            </m:r>
                          </m:sup>
                        </m:sSup>
                      </m:e>
                    </m:nary>
                  </m:oMath>
                </a14:m>
                <a:r>
                  <a:rPr lang="en-US" altLang="zh-CN" i="1">
                    <a:solidFill>
                      <a:schemeClr val="tx1"/>
                    </a:solidFill>
                    <a:latin typeface="Cambria Math" panose="02040503050406030204" charset="0"/>
                    <a:cs typeface="Cambria Math" panose="02040503050406030204" charset="0"/>
                  </a:rPr>
                  <a:t>    </a:t>
                </a:r>
                <a14:m>
                  <m:oMath xmlns:m="http://schemas.openxmlformats.org/officeDocument/2006/math">
                    <m:r>
                      <a:rPr lang="en-US" altLang="zh-CN" b="1" i="1">
                        <a:solidFill>
                          <a:schemeClr val="tx1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𝒎</m:t>
                    </m:r>
                    <m:r>
                      <a:rPr lang="en-US" altLang="zh-CN" i="1">
                        <a:solidFill>
                          <a:schemeClr val="tx1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=</m:t>
                    </m:r>
                    <m:f>
                      <m:fPr>
                        <m:ctrlP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fPr>
                      <m:num>
                        <m: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1</m:t>
                        </m:r>
                      </m:num>
                      <m:den>
                        <m: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𝑛</m:t>
                        </m:r>
                      </m:den>
                    </m:f>
                    <m:nary>
                      <m:naryPr>
                        <m:chr m:val="∑"/>
                        <m:limLoc m:val="undOvr"/>
                        <m:ctrlP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naryPr>
                      <m:sub>
                        <m: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𝑘</m:t>
                        </m:r>
                        <m: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=</m:t>
                        </m:r>
                        <m: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1</m:t>
                        </m:r>
                      </m:sub>
                      <m:sup>
                        <m: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𝑛</m:t>
                        </m:r>
                      </m:sup>
                      <m:e>
                        <m:sSub>
                          <m:sSubPr>
                            <m:ctrlPr>
                              <a:rPr lang="en-US" altLang="zh-CN" b="1" i="1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lang="en-US" altLang="zh-CN" b="1" i="1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zh-CN" b="1" i="1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𝒌</m:t>
                            </m:r>
                          </m:sub>
                        </m:sSub>
                      </m:e>
                    </m:nary>
                  </m:oMath>
                </a14:m>
                <a:endParaRPr lang="en-US" altLang="zh-CN" i="1">
                  <a:solidFill>
                    <a:schemeClr val="tx1"/>
                  </a:solidFill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14" name="文本框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9730" y="2825750"/>
                <a:ext cx="11043920" cy="485775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文本框 14"/>
              <p:cNvSpPr txBox="1"/>
              <p:nvPr/>
            </p:nvSpPr>
            <p:spPr>
              <a:xfrm>
                <a:off x="379730" y="3412490"/>
                <a:ext cx="10041255" cy="871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>
                    <a:solidFill>
                      <a:srgbClr val="FF0000"/>
                    </a:solidFill>
                  </a:rPr>
                  <a:t>(Th) </a:t>
                </a:r>
                <a:r>
                  <a:rPr lang="en-US" altLang="zh-CN">
                    <a:solidFill>
                      <a:schemeClr val="accent2"/>
                    </a:solidFill>
                  </a:rPr>
                  <a:t>Normalization of Symmetrical Forms       </a:t>
                </a:r>
                <a14:m>
                  <m:oMath xmlns:m="http://schemas.openxmlformats.org/officeDocument/2006/math">
                    <m:r>
                      <a:rPr lang="en-US" altLang="zh-CN" i="1">
                        <a:solidFill>
                          <a:schemeClr val="tx1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𝐴</m:t>
                    </m:r>
                    <m:r>
                      <a:rPr lang="en-US" altLang="zh-CN" i="1">
                        <a:solidFill>
                          <a:schemeClr val="tx1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=</m:t>
                    </m:r>
                    <m:r>
                      <a:rPr lang="en-US" altLang="zh-CN" i="1">
                        <a:solidFill>
                          <a:schemeClr val="tx1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𝑄</m:t>
                    </m:r>
                    <m:nary>
                      <m:naryPr>
                        <m:chr m:val="∑"/>
                        <m:limLoc m:val="undOvr"/>
                        <m:subHide m:val="on"/>
                        <m:supHide m:val="on"/>
                        <m:ctrlP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naryPr>
                      <m:sub/>
                      <m:sup/>
                      <m:e>
                        <m:sSup>
                          <m:sSupPr>
                            <m:ctrlPr>
                              <a:rPr lang="en-US" altLang="zh-CN" i="1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𝑄</m:t>
                            </m:r>
                          </m:e>
                          <m:sup>
                            <m:r>
                              <a:rPr lang="en-US" altLang="zh-CN" i="1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−</m:t>
                            </m:r>
                            <m:r>
                              <a:rPr lang="en-US" altLang="zh-CN" i="1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1</m:t>
                            </m:r>
                          </m:sup>
                        </m:sSup>
                      </m:e>
                    </m:nary>
                  </m:oMath>
                </a14:m>
                <a:r>
                  <a:rPr lang="en-US" altLang="zh-CN" i="1">
                    <a:solidFill>
                      <a:schemeClr val="tx1"/>
                    </a:solidFill>
                    <a:latin typeface="Cambria Math" panose="02040503050406030204" charset="0"/>
                    <a:cs typeface="Cambria Math" panose="02040503050406030204" charset="0"/>
                  </a:rPr>
                  <a:t>       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n"/>
                        <m:supHide m:val="on"/>
                        <m:ctrlP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=</m:t>
                        </m:r>
                      </m:e>
                    </m:nary>
                    <m:d>
                      <m:dPr>
                        <m:ctrlP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i="1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altLang="zh-CN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𝜆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⋯</m:t>
                              </m:r>
                            </m:e>
                            <m:e>
                              <m: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⋮</m:t>
                              </m:r>
                            </m:e>
                            <m:e>
                              <m: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⋱</m:t>
                              </m:r>
                            </m:e>
                            <m:e>
                              <m: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⋮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⋯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altLang="zh-CN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𝜆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endParaRPr lang="en-US" altLang="zh-CN" i="1">
                  <a:solidFill>
                    <a:schemeClr val="tx1"/>
                  </a:solidFill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15" name="文本框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9730" y="3412490"/>
                <a:ext cx="10041255" cy="871220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文本框 16"/>
              <p:cNvSpPr txBox="1"/>
              <p:nvPr/>
            </p:nvSpPr>
            <p:spPr>
              <a:xfrm>
                <a:off x="379730" y="4415155"/>
                <a:ext cx="8922385" cy="3797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>
                    <a:solidFill>
                      <a:srgbClr val="FF0000"/>
                    </a:solidFill>
                  </a:rPr>
                  <a:t>(Th) </a:t>
                </a:r>
                <a:r>
                  <a:rPr lang="en-US" altLang="zh-CN">
                    <a:solidFill>
                      <a:schemeClr val="accent2"/>
                    </a:solidFill>
                  </a:rPr>
                  <a:t>SVD       </a:t>
                </a:r>
                <a14:m>
                  <m:oMath xmlns:m="http://schemas.openxmlformats.org/officeDocument/2006/math">
                    <m:r>
                      <a:rPr lang="en-US" altLang="zh-CN" i="1">
                        <a:solidFill>
                          <a:schemeClr val="tx1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𝐴</m:t>
                    </m:r>
                    <m:r>
                      <a:rPr lang="en-US" altLang="zh-CN" i="1">
                        <a:solidFill>
                          <a:schemeClr val="tx1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=</m:t>
                    </m:r>
                    <m:r>
                      <a:rPr lang="en-US" altLang="zh-CN" i="1">
                        <a:solidFill>
                          <a:schemeClr val="tx1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𝑈</m:t>
                    </m:r>
                    <m:nary>
                      <m:naryPr>
                        <m:chr m:val="∑"/>
                        <m:limLoc m:val="undOvr"/>
                        <m:subHide m:val="on"/>
                        <m:supHide m:val="on"/>
                        <m:ctrlP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naryPr>
                      <m:sub/>
                      <m:sup/>
                      <m:e>
                        <m:sSup>
                          <m:sSupPr>
                            <m:ctrlPr>
                              <a:rPr lang="en-US" altLang="zh-CN" i="1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𝑉</m:t>
                            </m:r>
                          </m:e>
                          <m:sup>
                            <m:r>
                              <a:rPr lang="en-US" altLang="zh-CN" i="1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𝑇</m:t>
                            </m:r>
                          </m:sup>
                        </m:sSup>
                      </m:e>
                    </m:nary>
                  </m:oMath>
                </a14:m>
                <a:r>
                  <a:rPr lang="en-US" altLang="zh-CN" i="1">
                    <a:solidFill>
                      <a:schemeClr val="tx1"/>
                    </a:solidFill>
                    <a:latin typeface="Cambria Math" panose="02040503050406030204" charset="0"/>
                    <a:cs typeface="Cambria Math" panose="02040503050406030204" charset="0"/>
                  </a:rPr>
                  <a:t>      </a:t>
                </a:r>
                <a14:m>
                  <m:oMath xmlns:m="http://schemas.openxmlformats.org/officeDocument/2006/math">
                    <m:r>
                      <a:rPr lang="en-US" altLang="zh-CN" i="1">
                        <a:solidFill>
                          <a:srgbClr val="00B050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𝐴</m:t>
                    </m:r>
                    <m:sSup>
                      <m:sSupPr>
                        <m:ctrlPr>
                          <a:rPr lang="en-US" altLang="zh-CN" i="1">
                            <a:solidFill>
                              <a:srgbClr val="00B050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pPr>
                      <m:e>
                        <m:r>
                          <a:rPr lang="en-US" altLang="zh-CN" i="1">
                            <a:solidFill>
                              <a:srgbClr val="00B050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𝐴</m:t>
                        </m:r>
                      </m:e>
                      <m:sup>
                        <m:r>
                          <a:rPr lang="en-US" altLang="zh-CN" i="1">
                            <a:solidFill>
                              <a:srgbClr val="00B050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en-US" altLang="zh-CN" i="1">
                    <a:solidFill>
                      <a:srgbClr val="00B050"/>
                    </a:solidFill>
                    <a:latin typeface="Cambria Math" panose="02040503050406030204" charset="0"/>
                    <a:cs typeface="Cambria Math" panose="02040503050406030204" charset="0"/>
                  </a:rPr>
                  <a:t>for U   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>
                            <a:solidFill>
                              <a:srgbClr val="00B050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pPr>
                      <m:e>
                        <m:r>
                          <a:rPr lang="en-US" altLang="zh-CN" i="1">
                            <a:solidFill>
                              <a:srgbClr val="00B050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𝐴</m:t>
                        </m:r>
                      </m:e>
                      <m:sup>
                        <m:r>
                          <a:rPr lang="en-US" altLang="zh-CN" i="1">
                            <a:solidFill>
                              <a:srgbClr val="00B050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𝑇</m:t>
                        </m:r>
                      </m:sup>
                    </m:sSup>
                    <m:r>
                      <a:rPr lang="en-US" altLang="zh-CN" i="1">
                        <a:solidFill>
                          <a:srgbClr val="00B050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𝐴</m:t>
                    </m:r>
                  </m:oMath>
                </a14:m>
                <a:r>
                  <a:rPr lang="en-US" altLang="zh-CN" i="1">
                    <a:solidFill>
                      <a:srgbClr val="00B050"/>
                    </a:solidFill>
                    <a:latin typeface="Cambria Math" panose="02040503050406030204" charset="0"/>
                    <a:cs typeface="Cambria Math" panose="02040503050406030204" charset="0"/>
                  </a:rPr>
                  <a:t> for V    square root for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n"/>
                        <m:supHide m:val="on"/>
                        <m:ctrlPr>
                          <a:rPr lang="en-US" altLang="zh-CN" i="1">
                            <a:solidFill>
                              <a:srgbClr val="00B050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en-US" altLang="zh-CN" i="1">
                            <a:solidFill>
                              <a:srgbClr val="00B050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 </m:t>
                        </m:r>
                      </m:e>
                    </m:nary>
                  </m:oMath>
                </a14:m>
                <a:endParaRPr lang="en-US" altLang="zh-CN" i="1">
                  <a:solidFill>
                    <a:srgbClr val="00B050"/>
                  </a:solidFill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17" name="文本框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9730" y="4415155"/>
                <a:ext cx="8922385" cy="379730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文本框 17"/>
          <p:cNvSpPr txBox="1"/>
          <p:nvPr/>
        </p:nvSpPr>
        <p:spPr>
          <a:xfrm>
            <a:off x="7583170" y="2912745"/>
            <a:ext cx="35394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rgbClr val="FF0000"/>
                </a:solidFill>
              </a:rPr>
              <a:t>(Th) </a:t>
            </a:r>
            <a:r>
              <a:rPr lang="en-US" altLang="zh-CN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S=Cov</a:t>
            </a:r>
            <a:r>
              <a:rPr lang="zh-CN" altLang="en-US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×</a:t>
            </a:r>
            <a:r>
              <a:rPr lang="en-US" altLang="zh-CN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(total data value-1)</a:t>
            </a:r>
            <a:r>
              <a:rPr lang="en-US" altLang="zh-CN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</a:t>
            </a:r>
            <a:endParaRPr lang="en-US" altLang="zh-CN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" name="文本框 19"/>
              <p:cNvSpPr txBox="1"/>
              <p:nvPr/>
            </p:nvSpPr>
            <p:spPr>
              <a:xfrm>
                <a:off x="379730" y="5132705"/>
                <a:ext cx="9192895" cy="6521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>
                    <a:solidFill>
                      <a:srgbClr val="FF0000"/>
                    </a:solidFill>
                  </a:rPr>
                  <a:t>(Def+Th)</a:t>
                </a:r>
                <a:r>
                  <a:rPr lang="en-US" altLang="zh-CN">
                    <a:solidFill>
                      <a:schemeClr val="accent2"/>
                    </a:solidFill>
                  </a:rPr>
                  <a:t> Fronebius Norm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altLang="zh-CN" i="1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𝐴</m:t>
                            </m:r>
                          </m:e>
                        </m:d>
                      </m:e>
                      <m:sub>
                        <m: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𝐹</m:t>
                        </m:r>
                      </m:sub>
                    </m:sSub>
                    <m:r>
                      <a:rPr lang="en-US" altLang="zh-CN" i="1">
                        <a:solidFill>
                          <a:schemeClr val="tx1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radPr>
                      <m:deg/>
                      <m:e>
                        <m:nary>
                          <m:naryPr>
                            <m:chr m:val="∑"/>
                            <m:limLoc m:val="undOvr"/>
                            <m:ctrlPr>
                              <a:rPr lang="en-US" altLang="zh-CN" i="1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naryPr>
                          <m:sub>
                            <m:r>
                              <a:rPr lang="en-US" altLang="zh-CN" i="1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𝑖</m:t>
                            </m:r>
                            <m:r>
                              <a:rPr lang="en-US" altLang="zh-CN" i="1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=</m:t>
                            </m:r>
                            <m:r>
                              <a:rPr lang="en-US" altLang="zh-CN" i="1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altLang="zh-CN" i="1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𝑚</m:t>
                            </m:r>
                          </m:sup>
                          <m:e>
                            <m:nary>
                              <m:naryPr>
                                <m:chr m:val="∑"/>
                                <m:limLoc m:val="undOvr"/>
                                <m:ctrlPr>
                                  <a:rPr lang="en-US" altLang="zh-CN" i="1">
                                    <a:solidFill>
                                      <a:schemeClr val="tx1"/>
                                    </a:solidFill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</m:ctrlPr>
                              </m:naryPr>
                              <m:sub>
                                <m:r>
                                  <a:rPr lang="en-US" altLang="zh-CN" i="1">
                                    <a:solidFill>
                                      <a:schemeClr val="tx1"/>
                                    </a:solidFill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𝑗</m:t>
                                </m:r>
                                <m:r>
                                  <a:rPr lang="en-US" altLang="zh-CN" i="1">
                                    <a:solidFill>
                                      <a:schemeClr val="tx1"/>
                                    </a:solidFill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=</m:t>
                                </m:r>
                                <m:r>
                                  <a:rPr lang="en-US" altLang="zh-CN" i="1">
                                    <a:solidFill>
                                      <a:schemeClr val="tx1"/>
                                    </a:solidFill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en-US" altLang="zh-CN" i="1">
                                    <a:solidFill>
                                      <a:schemeClr val="tx1"/>
                                    </a:solidFill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𝑛</m:t>
                                </m:r>
                              </m:sup>
                              <m:e>
                                <m:sSup>
                                  <m:sSupPr>
                                    <m:ctrlPr>
                                      <a:rPr lang="en-US" altLang="zh-CN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begChr m:val="|"/>
                                        <m:endChr m:val="|"/>
                                        <m:ctrlPr>
                                          <a:rPr lang="en-US" altLang="zh-CN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charset="0"/>
                                            <a:cs typeface="Cambria Math" panose="02040503050406030204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altLang="zh-CN" i="1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charset="0"/>
                                                <a:cs typeface="Cambria Math" panose="02040503050406030204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zh-CN" i="1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charset="0"/>
                                                <a:cs typeface="Cambria Math" panose="02040503050406030204" charset="0"/>
                                              </a:rPr>
                                              <m:t>𝑎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CN" i="1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charset="0"/>
                                                <a:cs typeface="Cambria Math" panose="02040503050406030204" charset="0"/>
                                              </a:rPr>
                                              <m:t>𝑖𝑗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  <m:sup>
                                    <m:r>
                                      <a:rPr lang="en-US" altLang="zh-CN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nary>
                          </m:e>
                        </m:nary>
                      </m:e>
                    </m:rad>
                    <m:r>
                      <a:rPr lang="en-US" altLang="zh-CN" i="1">
                        <a:solidFill>
                          <a:schemeClr val="tx1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radPr>
                      <m:deg/>
                      <m:e>
                        <m: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𝑡𝑟</m:t>
                        </m:r>
                        <m: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(</m:t>
                        </m:r>
                        <m:sSup>
                          <m:sSupPr>
                            <m:ctrlPr>
                              <a:rPr lang="en-US" altLang="zh-CN" i="1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sSupPr>
                          <m:e>
                            <m:acc>
                              <m:accPr>
                                <m:chr m:val="̅"/>
                                <m:ctrlPr>
                                  <a:rPr lang="en-US" altLang="zh-CN" i="1">
                                    <a:solidFill>
                                      <a:schemeClr val="tx1"/>
                                    </a:solidFill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CN" i="1">
                                    <a:solidFill>
                                      <a:schemeClr val="tx1"/>
                                    </a:solidFill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𝐴</m:t>
                                </m:r>
                              </m:e>
                            </m:acc>
                          </m:e>
                          <m:sup>
                            <m:r>
                              <a:rPr lang="en-US" altLang="zh-CN" i="1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𝑇</m:t>
                            </m:r>
                          </m:sup>
                        </m:sSup>
                        <m: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𝐴</m:t>
                        </m:r>
                        <m: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)</m:t>
                        </m:r>
                      </m:e>
                    </m:rad>
                    <m:r>
                      <a:rPr lang="en-US" altLang="zh-CN" i="1">
                        <a:solidFill>
                          <a:schemeClr val="tx1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radPr>
                      <m:deg/>
                      <m:e>
                        <m:nary>
                          <m:naryPr>
                            <m:chr m:val="∑"/>
                            <m:limLoc m:val="undOvr"/>
                            <m:ctrlPr>
                              <a:rPr lang="en-US" altLang="zh-CN" i="1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naryPr>
                          <m:sub>
                            <m:r>
                              <a:rPr lang="en-US" altLang="zh-CN" i="1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𝑖</m:t>
                            </m:r>
                            <m:r>
                              <a:rPr lang="en-US" altLang="zh-CN" i="1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=</m:t>
                            </m:r>
                            <m:r>
                              <a:rPr lang="en-US" altLang="zh-CN" i="1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altLang="zh-CN" i="1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𝑚𝑖𝑛</m:t>
                            </m:r>
                            <m:r>
                              <a:rPr lang="en-US" altLang="zh-CN" i="1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{</m:t>
                            </m:r>
                            <m:r>
                              <a:rPr lang="en-US" altLang="zh-CN" i="1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𝑚</m:t>
                            </m:r>
                            <m:r>
                              <a:rPr lang="en-US" altLang="zh-CN" i="1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,</m:t>
                            </m:r>
                            <m:r>
                              <a:rPr lang="en-US" altLang="zh-CN" i="1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𝑛</m:t>
                            </m:r>
                            <m:r>
                              <a:rPr lang="en-US" altLang="zh-CN" i="1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}</m:t>
                            </m:r>
                          </m:sup>
                          <m:e>
                            <m:sSup>
                              <m:sSupPr>
                                <m:ctrlPr>
                                  <a:rPr lang="en-US" altLang="zh-CN" i="1">
                                    <a:solidFill>
                                      <a:schemeClr val="tx1"/>
                                    </a:solidFill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</m:ctrlPr>
                              </m:sSupPr>
                              <m:e>
                                <m:sSub>
                                  <m:sSubPr>
                                    <m:ctrlPr>
                                      <a:rPr lang="en-US" altLang="zh-CN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en-US" altLang="zh-CN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  <m:sup>
                                <m:r>
                                  <a:rPr lang="en-US" altLang="zh-CN" i="1">
                                    <a:solidFill>
                                      <a:schemeClr val="tx1"/>
                                    </a:solidFill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nary>
                      </m:e>
                    </m:rad>
                  </m:oMath>
                </a14:m>
                <a:endParaRPr lang="en-US" altLang="zh-CN" i="1">
                  <a:solidFill>
                    <a:schemeClr val="tx1"/>
                  </a:solidFill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20" name="文本框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9730" y="5132705"/>
                <a:ext cx="9192895" cy="652145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" name="文本框 1"/>
              <p:cNvSpPr txBox="1"/>
              <p:nvPr/>
            </p:nvSpPr>
            <p:spPr>
              <a:xfrm>
                <a:off x="379730" y="5898515"/>
                <a:ext cx="11036300" cy="368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>
                    <a:solidFill>
                      <a:srgbClr val="FF0000"/>
                    </a:solidFill>
                  </a:rPr>
                  <a:t>(Def)</a:t>
                </a:r>
                <a:r>
                  <a:rPr lang="en-US" altLang="zh-CN"/>
                  <a:t> </a:t>
                </a:r>
                <a:r>
                  <a:rPr lang="en-US" altLang="zh-CN">
                    <a:solidFill>
                      <a:schemeClr val="accent2"/>
                    </a:solidFill>
                  </a:rPr>
                  <a:t>Multivariate Normal Distribution   </a:t>
                </a:r>
                <a14:m>
                  <m:oMath xmlns:m="http://schemas.openxmlformats.org/officeDocument/2006/math">
                    <m:r>
                      <a:rPr lang="en-US" altLang="zh-CN" i="1">
                        <a:solidFill>
                          <a:schemeClr val="tx1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 </m:t>
                    </m:r>
                    <m:r>
                      <a:rPr lang="en-US" altLang="zh-CN" b="1" i="1">
                        <a:solidFill>
                          <a:schemeClr val="tx1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𝒙</m:t>
                    </m:r>
                    <m:r>
                      <a:rPr lang="en-US" altLang="zh-CN" i="1">
                        <a:solidFill>
                          <a:schemeClr val="tx1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~</m:t>
                    </m:r>
                    <m:r>
                      <a:rPr lang="en-US" altLang="zh-CN" i="1">
                        <a:solidFill>
                          <a:schemeClr val="tx1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𝑁</m:t>
                    </m:r>
                    <m:r>
                      <a:rPr lang="en-US" altLang="zh-CN" i="1">
                        <a:solidFill>
                          <a:schemeClr val="tx1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(</m:t>
                    </m:r>
                    <m:r>
                      <a:rPr lang="en-US" altLang="zh-CN" b="1" i="1">
                        <a:solidFill>
                          <a:schemeClr val="tx1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𝝁</m:t>
                    </m:r>
                    <m:r>
                      <a:rPr lang="en-US" altLang="zh-CN" i="1">
                        <a:solidFill>
                          <a:schemeClr val="tx1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,</m:t>
                    </m:r>
                    <m:nary>
                      <m:naryPr>
                        <m:chr m:val="∑"/>
                        <m:limLoc m:val="undOvr"/>
                        <m:subHide m:val="on"/>
                        <m:supHide m:val="on"/>
                        <m:ctrlP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)</m:t>
                        </m:r>
                      </m:e>
                    </m:nary>
                  </m:oMath>
                </a14:m>
                <a:r>
                  <a:rPr lang="en-US" altLang="zh-CN">
                    <a:solidFill>
                      <a:schemeClr val="tx1"/>
                    </a:solidFill>
                  </a:rPr>
                  <a:t> </a:t>
                </a:r>
                <a:endParaRPr lang="en-US" altLang="zh-CN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9730" y="5898515"/>
                <a:ext cx="11036300" cy="368300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8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6" name="文本框 35"/>
          <p:cNvSpPr txBox="1"/>
          <p:nvPr/>
        </p:nvSpPr>
        <p:spPr>
          <a:xfrm>
            <a:off x="-13335" y="2540"/>
            <a:ext cx="12205335" cy="6854825"/>
          </a:xfrm>
          <a:prstGeom prst="rect">
            <a:avLst/>
          </a:prstGeom>
          <a:gradFill>
            <a:gsLst>
              <a:gs pos="25000">
                <a:srgbClr val="FCD254"/>
              </a:gs>
              <a:gs pos="75000">
                <a:srgbClr val="FFE890"/>
              </a:gs>
              <a:gs pos="0">
                <a:srgbClr val="EDBE32"/>
              </a:gs>
              <a:gs pos="100000">
                <a:srgbClr val="FFEEB1"/>
              </a:gs>
            </a:gsLst>
            <a:lin ang="18900000" scaled="1"/>
          </a:gradFill>
        </p:spPr>
        <p:txBody>
          <a:bodyPr wrap="square" rtlCol="0">
            <a:noAutofit/>
          </a:bodyPr>
          <a:p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408940" y="438785"/>
            <a:ext cx="44100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Method and Proof</a:t>
            </a:r>
            <a:endParaRPr lang="en-US" altLang="zh-CN" sz="20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08940" y="1004570"/>
            <a:ext cx="2691130" cy="36830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p>
            <a:r>
              <a:rPr lang="en-US" altLang="zh-CN">
                <a:solidFill>
                  <a:schemeClr val="accent4"/>
                </a:solidFill>
                <a:effectLst/>
              </a:rPr>
              <a:t>Method:</a:t>
            </a:r>
            <a:endParaRPr lang="en-US" altLang="zh-CN">
              <a:solidFill>
                <a:schemeClr val="accent4"/>
              </a:solidFill>
              <a:effectLst/>
            </a:endParaRPr>
          </a:p>
        </p:txBody>
      </p:sp>
      <p:cxnSp>
        <p:nvCxnSpPr>
          <p:cNvPr id="7" name="直接连接符 6"/>
          <p:cNvCxnSpPr/>
          <p:nvPr/>
        </p:nvCxnSpPr>
        <p:spPr>
          <a:xfrm flipH="1">
            <a:off x="5681345" y="0"/>
            <a:ext cx="635" cy="688086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8" name="图片 7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1607185"/>
            <a:ext cx="3317240" cy="2473325"/>
          </a:xfrm>
          <a:prstGeom prst="rect">
            <a:avLst/>
          </a:prstGeom>
        </p:spPr>
      </p:pic>
      <p:pic>
        <p:nvPicPr>
          <p:cNvPr id="9" name="图片 8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4289425"/>
            <a:ext cx="3316605" cy="2501900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3378200" y="1852930"/>
            <a:ext cx="4064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accent5"/>
                </a:solidFill>
              </a:rPr>
              <a:t>How to reduce the</a:t>
            </a:r>
            <a:endParaRPr lang="en-US" altLang="zh-CN">
              <a:solidFill>
                <a:schemeClr val="accent5"/>
              </a:solidFill>
            </a:endParaRPr>
          </a:p>
          <a:p>
            <a:r>
              <a:rPr lang="en-US" altLang="zh-CN">
                <a:solidFill>
                  <a:schemeClr val="accent5"/>
                </a:solidFill>
              </a:rPr>
              <a:t>dimensions?</a:t>
            </a:r>
            <a:endParaRPr lang="en-US" altLang="zh-CN">
              <a:solidFill>
                <a:schemeClr val="accent5"/>
              </a:solidFill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3369310" y="2569845"/>
            <a:ext cx="22599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rgbClr val="FF0000"/>
                </a:solidFill>
              </a:rPr>
              <a:t>decentralization</a:t>
            </a:r>
            <a:endParaRPr lang="en-US" altLang="zh-CN">
              <a:solidFill>
                <a:srgbClr val="FF0000"/>
              </a:solidFill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3369310" y="3048000"/>
            <a:ext cx="23260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rgbClr val="FF0000"/>
                </a:solidFill>
              </a:rPr>
              <a:t>Cov matrix</a:t>
            </a:r>
            <a:endParaRPr lang="en-US" altLang="zh-CN">
              <a:solidFill>
                <a:srgbClr val="FF0000"/>
              </a:solidFill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3369310" y="3564255"/>
            <a:ext cx="21355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rgbClr val="FF0000"/>
                </a:solidFill>
              </a:rPr>
              <a:t>eigenvalue</a:t>
            </a:r>
            <a:endParaRPr lang="en-US" altLang="zh-CN">
              <a:solidFill>
                <a:srgbClr val="FF0000"/>
              </a:solidFill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3378200" y="4080510"/>
            <a:ext cx="19526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rgbClr val="FF0000"/>
                </a:solidFill>
              </a:rPr>
              <a:t>eigenvector</a:t>
            </a:r>
            <a:endParaRPr lang="en-US" altLang="zh-CN">
              <a:solidFill>
                <a:srgbClr val="FF0000"/>
              </a:solidFill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4587875" y="3564255"/>
            <a:ext cx="11550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compare</a:t>
            </a:r>
            <a:endParaRPr lang="en-US" altLang="zh-CN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4080510" y="4448810"/>
            <a:ext cx="18649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row vector</a:t>
            </a:r>
            <a:endParaRPr lang="en-US" altLang="zh-CN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cxnSp>
        <p:nvCxnSpPr>
          <p:cNvPr id="17" name="曲线连接符 16"/>
          <p:cNvCxnSpPr>
            <a:endCxn id="16" idx="1"/>
          </p:cNvCxnSpPr>
          <p:nvPr/>
        </p:nvCxnSpPr>
        <p:spPr>
          <a:xfrm>
            <a:off x="3670935" y="4464050"/>
            <a:ext cx="409575" cy="168910"/>
          </a:xfrm>
          <a:prstGeom prst="curvedConnector3">
            <a:avLst>
              <a:gd name="adj1" fmla="val -1705"/>
            </a:avLst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8" name="文本框 17"/>
          <p:cNvSpPr txBox="1"/>
          <p:nvPr/>
        </p:nvSpPr>
        <p:spPr>
          <a:xfrm>
            <a:off x="4885055" y="4080510"/>
            <a:ext cx="687070" cy="36830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p>
            <a:r>
              <a:rPr lang="en-US" altLang="zh-CN" i="1">
                <a:solidFill>
                  <a:schemeClr val="accent4"/>
                </a:solidFill>
                <a:effectLst/>
              </a:rPr>
              <a:t>P</a:t>
            </a:r>
            <a:endParaRPr lang="en-US" altLang="zh-CN" i="1">
              <a:solidFill>
                <a:schemeClr val="accent4"/>
              </a:solidFill>
              <a:effectLst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文本框 18"/>
              <p:cNvSpPr txBox="1"/>
              <p:nvPr/>
            </p:nvSpPr>
            <p:spPr>
              <a:xfrm>
                <a:off x="2501265" y="4998720"/>
                <a:ext cx="2749550" cy="368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>
                          <a:solidFill>
                            <a:srgbClr val="FF0000"/>
                          </a:solidFill>
                          <a:latin typeface="Cambria Math" panose="02040503050406030204" charset="0"/>
                          <a:cs typeface="Cambria Math" panose="02040503050406030204" charset="0"/>
                        </a:rPr>
                        <m:t>𝒚</m:t>
                      </m:r>
                      <m:r>
                        <a:rPr lang="en-US" altLang="zh-CN" i="1">
                          <a:solidFill>
                            <a:srgbClr val="FF0000"/>
                          </a:solidFill>
                          <a:latin typeface="Cambria Math" panose="02040503050406030204" charset="0"/>
                          <a:cs typeface="Cambria Math" panose="02040503050406030204" charset="0"/>
                        </a:rPr>
                        <m:t>=</m:t>
                      </m:r>
                      <m:r>
                        <a:rPr lang="en-US" altLang="zh-CN" i="1">
                          <a:solidFill>
                            <a:srgbClr val="FF0000"/>
                          </a:solidFill>
                          <a:latin typeface="Cambria Math" panose="02040503050406030204" charset="0"/>
                          <a:cs typeface="Cambria Math" panose="02040503050406030204" charset="0"/>
                        </a:rPr>
                        <m:t>𝑃</m:t>
                      </m:r>
                      <m:r>
                        <a:rPr lang="en-US" altLang="zh-CN" b="1" i="1">
                          <a:solidFill>
                            <a:srgbClr val="FF0000"/>
                          </a:solidFill>
                          <a:latin typeface="Cambria Math" panose="02040503050406030204" charset="0"/>
                          <a:cs typeface="Cambria Math" panose="02040503050406030204" charset="0"/>
                        </a:rPr>
                        <m:t>𝒙</m:t>
                      </m:r>
                    </m:oMath>
                  </m:oMathPara>
                </a14:m>
                <a:endParaRPr lang="en-US" altLang="zh-CN" b="1" i="1">
                  <a:solidFill>
                    <a:srgbClr val="FF0000"/>
                  </a:solidFill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19" name="文本框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01265" y="4998720"/>
                <a:ext cx="2749550" cy="368300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文本框 19"/>
          <p:cNvSpPr txBox="1"/>
          <p:nvPr/>
        </p:nvSpPr>
        <p:spPr>
          <a:xfrm>
            <a:off x="5791200" y="222250"/>
            <a:ext cx="2245360" cy="36830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p>
            <a:r>
              <a:rPr lang="en-US" altLang="zh-CN">
                <a:solidFill>
                  <a:schemeClr val="accent4"/>
                </a:solidFill>
                <a:effectLst/>
              </a:rPr>
              <a:t>Proof:</a:t>
            </a:r>
            <a:endParaRPr lang="en-US" altLang="zh-CN">
              <a:solidFill>
                <a:schemeClr val="accent4"/>
              </a:solidFill>
              <a:effectLst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1" name="文本框 20"/>
              <p:cNvSpPr txBox="1"/>
              <p:nvPr/>
            </p:nvSpPr>
            <p:spPr>
              <a:xfrm>
                <a:off x="5791200" y="590550"/>
                <a:ext cx="5368290" cy="14712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>
                    <a:solidFill>
                      <a:schemeClr val="accent1"/>
                    </a:solidFill>
                    <a:effectLst>
                      <a:outerShdw blurRad="38100" dist="25400" dir="5400000" algn="ctr" rotWithShape="0">
                        <a:srgbClr val="6E747A">
                          <a:alpha val="43000"/>
                        </a:srgbClr>
                      </a:outerShdw>
                    </a:effectLst>
                  </a:rPr>
                  <a:t>We know </a:t>
                </a:r>
                <a14:m>
                  <m:oMath xmlns:m="http://schemas.openxmlformats.org/officeDocument/2006/math">
                    <m:r>
                      <a:rPr lang="en-US" altLang="zh-CN" i="1">
                        <a:solidFill>
                          <a:schemeClr val="accent1"/>
                        </a:solidFill>
                        <a:effectLst>
                          <a:outerShdw blurRad="38100" dist="25400" dir="5400000" algn="ctr" rotWithShape="0">
                            <a:srgbClr val="6E747A">
                              <a:alpha val="43000"/>
                            </a:srgbClr>
                          </a:outerShdw>
                        </a:effectLst>
                        <a:latin typeface="Cambria Math" panose="02040503050406030204" charset="0"/>
                        <a:cs typeface="Cambria Math" panose="02040503050406030204" charset="0"/>
                      </a:rPr>
                      <m:t>𝑘</m:t>
                    </m:r>
                    <m:r>
                      <a:rPr lang="en-US" altLang="zh-CN" i="1">
                        <a:solidFill>
                          <a:schemeClr val="accent1"/>
                        </a:solidFill>
                        <a:effectLst>
                          <a:outerShdw blurRad="38100" dist="25400" dir="5400000" algn="ctr" rotWithShape="0">
                            <a:srgbClr val="6E747A">
                              <a:alpha val="43000"/>
                            </a:srgbClr>
                          </a:outerShdw>
                        </a:effectLst>
                        <a:latin typeface="Cambria Math" panose="02040503050406030204" charset="0"/>
                        <a:cs typeface="Cambria Math" panose="02040503050406030204" charset="0"/>
                      </a:rPr>
                      <m:t>&lt;</m:t>
                    </m:r>
                    <m:r>
                      <a:rPr lang="en-US" altLang="zh-CN" i="1">
                        <a:solidFill>
                          <a:schemeClr val="accent1"/>
                        </a:solidFill>
                        <a:effectLst>
                          <a:outerShdw blurRad="38100" dist="25400" dir="5400000" algn="ctr" rotWithShape="0">
                            <a:srgbClr val="6E747A">
                              <a:alpha val="43000"/>
                            </a:srgbClr>
                          </a:outerShdw>
                        </a:effectLst>
                        <a:latin typeface="Cambria Math" panose="02040503050406030204" charset="0"/>
                        <a:cs typeface="Cambria Math" panose="02040503050406030204" charset="0"/>
                      </a:rPr>
                      <m:t>𝑛</m:t>
                    </m:r>
                  </m:oMath>
                </a14:m>
                <a:r>
                  <a:rPr lang="en-US" altLang="zh-CN">
                    <a:solidFill>
                      <a:schemeClr val="accent1"/>
                    </a:solidFill>
                    <a:effectLst>
                      <a:outerShdw blurRad="38100" dist="25400" dir="5400000" algn="ctr" rotWithShape="0">
                        <a:srgbClr val="6E747A">
                          <a:alpha val="43000"/>
                        </a:srgbClr>
                      </a:outerShdw>
                    </a:effectLst>
                  </a:rPr>
                  <a:t>.</a:t>
                </a:r>
                <a:endParaRPr lang="en-US" altLang="zh-CN"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endParaRPr>
              </a:p>
              <a:p>
                <a:r>
                  <a:rPr lang="en-US" altLang="zh-CN">
                    <a:solidFill>
                      <a:schemeClr val="accent1"/>
                    </a:solidFill>
                    <a:effectLst>
                      <a:outerShdw blurRad="38100" dist="25400" dir="5400000" algn="ctr" rotWithShape="0">
                        <a:srgbClr val="6E747A">
                          <a:alpha val="43000"/>
                        </a:srgbClr>
                      </a:outerShdw>
                    </a:effectLst>
                  </a:rPr>
                  <a:t>Find a function</a:t>
                </a:r>
                <a:r>
                  <a:rPr lang="en-US" altLang="zh-CN"/>
                  <a:t> </a:t>
                </a:r>
                <a:r>
                  <a:rPr lang="en-US" altLang="zh-CN" i="1">
                    <a:solidFill>
                      <a:srgbClr val="FF0000"/>
                    </a:solidFill>
                  </a:rPr>
                  <a:t>f</a:t>
                </a:r>
                <a:r>
                  <a:rPr lang="en-US" altLang="zh-CN"/>
                  <a:t> </a:t>
                </a:r>
                <a:r>
                  <a:rPr lang="en-US" altLang="zh-CN">
                    <a:solidFill>
                      <a:schemeClr val="accent1"/>
                    </a:solidFill>
                    <a:effectLst>
                      <a:outerShdw blurRad="38100" dist="25400" dir="5400000" algn="ctr" rotWithShape="0">
                        <a:srgbClr val="6E747A">
                          <a:alpha val="43000"/>
                        </a:srgbClr>
                      </a:outerShdw>
                    </a:effectLst>
                  </a:rPr>
                  <a:t>and a function</a:t>
                </a:r>
                <a:r>
                  <a:rPr lang="en-US" altLang="zh-CN"/>
                  <a:t> </a:t>
                </a:r>
                <a:r>
                  <a:rPr lang="en-US" altLang="zh-CN" i="1">
                    <a:solidFill>
                      <a:srgbClr val="FF0000"/>
                    </a:solidFill>
                  </a:rPr>
                  <a:t>g</a:t>
                </a:r>
                <a:r>
                  <a:rPr lang="en-US" altLang="zh-CN"/>
                  <a:t> </a:t>
                </a:r>
                <a:r>
                  <a:rPr lang="en-US" altLang="zh-CN">
                    <a:solidFill>
                      <a:schemeClr val="accent1"/>
                    </a:solidFill>
                    <a:effectLst>
                      <a:outerShdw blurRad="38100" dist="25400" dir="5400000" algn="ctr" rotWithShape="0">
                        <a:srgbClr val="6E747A">
                          <a:alpha val="43000"/>
                        </a:srgbClr>
                      </a:outerShdw>
                    </a:effectLst>
                  </a:rPr>
                  <a:t>, s.t.</a:t>
                </a:r>
                <a:endParaRPr lang="en-US" altLang="zh-CN"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solidFill>
                            <a:schemeClr val="accent1"/>
                          </a:solidFill>
                          <a:effectLst>
                            <a:outerShdw blurRad="38100" dist="25400" dir="5400000" algn="ctr" rotWithShape="0">
                              <a:srgbClr val="6E747A">
                                <a:alpha val="43000"/>
                              </a:srgbClr>
                            </a:outerShdw>
                          </a:effectLst>
                          <a:latin typeface="Cambria Math" panose="02040503050406030204" charset="0"/>
                          <a:cs typeface="Cambria Math" panose="02040503050406030204" charset="0"/>
                        </a:rPr>
                        <m:t>𝑓</m:t>
                      </m:r>
                      <m:r>
                        <a:rPr lang="en-US" altLang="zh-CN" i="1">
                          <a:solidFill>
                            <a:schemeClr val="accent1"/>
                          </a:solidFill>
                          <a:effectLst>
                            <a:outerShdw blurRad="38100" dist="25400" dir="5400000" algn="ctr" rotWithShape="0">
                              <a:srgbClr val="6E747A">
                                <a:alpha val="43000"/>
                              </a:srgbClr>
                            </a:outerShdw>
                          </a:effectLst>
                          <a:latin typeface="Cambria Math" panose="02040503050406030204" charset="0"/>
                          <a:cs typeface="Cambria Math" panose="02040503050406030204" charset="0"/>
                        </a:rPr>
                        <m:t>:</m:t>
                      </m:r>
                      <m:r>
                        <a:rPr lang="en-US" altLang="zh-CN" b="1" i="1">
                          <a:solidFill>
                            <a:schemeClr val="accent1"/>
                          </a:solidFill>
                          <a:effectLst>
                            <a:outerShdw blurRad="38100" dist="25400" dir="5400000" algn="ctr" rotWithShape="0">
                              <a:srgbClr val="6E747A">
                                <a:alpha val="43000"/>
                              </a:srgbClr>
                            </a:outerShdw>
                          </a:effectLst>
                          <a:latin typeface="Cambria Math" panose="02040503050406030204" charset="0"/>
                          <a:cs typeface="Cambria Math" panose="02040503050406030204" charset="0"/>
                        </a:rPr>
                        <m:t>𝒙</m:t>
                      </m:r>
                      <m:r>
                        <a:rPr lang="en-US" altLang="zh-CN" i="1">
                          <a:solidFill>
                            <a:schemeClr val="accent1"/>
                          </a:solidFill>
                          <a:effectLst>
                            <a:outerShdw blurRad="38100" dist="25400" dir="5400000" algn="ctr" rotWithShape="0">
                              <a:srgbClr val="6E747A">
                                <a:alpha val="43000"/>
                              </a:srgbClr>
                            </a:outerShdw>
                          </a:effectLst>
                          <a:latin typeface="Cambria Math" panose="02040503050406030204" charset="0"/>
                          <a:cs typeface="Cambria Math" panose="02040503050406030204" charset="0"/>
                        </a:rPr>
                        <m:t>∈</m:t>
                      </m:r>
                      <m:sSup>
                        <m:sSupPr>
                          <m:ctrlPr>
                            <a:rPr lang="en-US" altLang="zh-CN" i="1">
                              <a:solidFill>
                                <a:schemeClr val="accent1"/>
                              </a:solidFill>
                              <a:effectLst>
                                <a:outerShdw blurRad="38100" dist="25400" dir="5400000" algn="ctr" rotWithShape="0">
                                  <a:srgbClr val="6E747A">
                                    <a:alpha val="43000"/>
                                  </a:srgbClr>
                                </a:outerShdw>
                              </a:effectLst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pPr>
                        <m:e>
                          <m:r>
                            <a:rPr lang="en-US" altLang="zh-CN" b="1" i="1">
                              <a:solidFill>
                                <a:schemeClr val="accent1"/>
                              </a:solidFill>
                              <a:effectLst>
                                <a:outerShdw blurRad="38100" dist="25400" dir="5400000" algn="ctr" rotWithShape="0">
                                  <a:srgbClr val="6E747A">
                                    <a:alpha val="43000"/>
                                  </a:srgbClr>
                                </a:outerShdw>
                              </a:effectLst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𝑹</m:t>
                          </m:r>
                        </m:e>
                        <m:sup>
                          <m:r>
                            <a:rPr lang="en-US" altLang="zh-CN" i="1">
                              <a:solidFill>
                                <a:schemeClr val="accent1"/>
                              </a:solidFill>
                              <a:effectLst>
                                <a:outerShdw blurRad="38100" dist="25400" dir="5400000" algn="ctr" rotWithShape="0">
                                  <a:srgbClr val="6E747A">
                                    <a:alpha val="43000"/>
                                  </a:srgbClr>
                                </a:outerShdw>
                              </a:effectLst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𝑛</m:t>
                          </m:r>
                        </m:sup>
                      </m:sSup>
                      <m:r>
                        <a:rPr lang="en-US" altLang="zh-CN" i="1">
                          <a:solidFill>
                            <a:schemeClr val="accent1"/>
                          </a:solidFill>
                          <a:effectLst>
                            <a:outerShdw blurRad="38100" dist="25400" dir="5400000" algn="ctr" rotWithShape="0">
                              <a:srgbClr val="6E747A">
                                <a:alpha val="43000"/>
                              </a:srgbClr>
                            </a:outerShdw>
                          </a:effectLst>
                          <a:latin typeface="Cambria Math" panose="02040503050406030204" charset="0"/>
                          <a:cs typeface="Cambria Math" panose="02040503050406030204" charset="0"/>
                        </a:rPr>
                        <m:t>→</m:t>
                      </m:r>
                      <m:r>
                        <a:rPr lang="en-US" altLang="zh-CN" b="1" i="1">
                          <a:solidFill>
                            <a:schemeClr val="accent1"/>
                          </a:solidFill>
                          <a:effectLst>
                            <a:outerShdw blurRad="38100" dist="25400" dir="5400000" algn="ctr" rotWithShape="0">
                              <a:srgbClr val="6E747A">
                                <a:alpha val="43000"/>
                              </a:srgbClr>
                            </a:outerShdw>
                          </a:effectLst>
                          <a:latin typeface="Cambria Math" panose="02040503050406030204" charset="0"/>
                          <a:cs typeface="Cambria Math" panose="02040503050406030204" charset="0"/>
                        </a:rPr>
                        <m:t>𝒄</m:t>
                      </m:r>
                      <m:r>
                        <a:rPr lang="en-US" altLang="zh-CN" i="1">
                          <a:solidFill>
                            <a:schemeClr val="accent1"/>
                          </a:solidFill>
                          <a:effectLst>
                            <a:outerShdw blurRad="38100" dist="25400" dir="5400000" algn="ctr" rotWithShape="0">
                              <a:srgbClr val="6E747A">
                                <a:alpha val="43000"/>
                              </a:srgbClr>
                            </a:outerShdw>
                          </a:effectLst>
                          <a:latin typeface="Cambria Math" panose="02040503050406030204" charset="0"/>
                          <a:cs typeface="Cambria Math" panose="02040503050406030204" charset="0"/>
                        </a:rPr>
                        <m:t>∈</m:t>
                      </m:r>
                      <m:sSup>
                        <m:sSupPr>
                          <m:ctrlPr>
                            <a:rPr lang="en-US" altLang="zh-CN" i="1">
                              <a:solidFill>
                                <a:schemeClr val="accent1"/>
                              </a:solidFill>
                              <a:effectLst>
                                <a:outerShdw blurRad="38100" dist="25400" dir="5400000" algn="ctr" rotWithShape="0">
                                  <a:srgbClr val="6E747A">
                                    <a:alpha val="43000"/>
                                  </a:srgbClr>
                                </a:outerShdw>
                              </a:effectLst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pPr>
                        <m:e>
                          <m:r>
                            <a:rPr lang="en-US" altLang="zh-CN" b="1" i="1">
                              <a:solidFill>
                                <a:schemeClr val="accent1"/>
                              </a:solidFill>
                              <a:effectLst>
                                <a:outerShdw blurRad="38100" dist="25400" dir="5400000" algn="ctr" rotWithShape="0">
                                  <a:srgbClr val="6E747A">
                                    <a:alpha val="43000"/>
                                  </a:srgbClr>
                                </a:outerShdw>
                              </a:effectLst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𝑹</m:t>
                          </m:r>
                        </m:e>
                        <m:sup>
                          <m:r>
                            <a:rPr lang="en-US" altLang="zh-CN" i="1">
                              <a:solidFill>
                                <a:schemeClr val="accent1"/>
                              </a:solidFill>
                              <a:effectLst>
                                <a:outerShdw blurRad="38100" dist="25400" dir="5400000" algn="ctr" rotWithShape="0">
                                  <a:srgbClr val="6E747A">
                                    <a:alpha val="43000"/>
                                  </a:srgbClr>
                                </a:outerShdw>
                              </a:effectLst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𝑘</m:t>
                          </m:r>
                        </m:sup>
                      </m:sSup>
                    </m:oMath>
                  </m:oMathPara>
                </a14:m>
                <a:endParaRPr lang="en-US" altLang="zh-CN" i="1"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solidFill>
                            <a:schemeClr val="accent1"/>
                          </a:solidFill>
                          <a:effectLst>
                            <a:outerShdw blurRad="38100" dist="25400" dir="5400000" algn="ctr" rotWithShape="0">
                              <a:srgbClr val="6E747A">
                                <a:alpha val="43000"/>
                              </a:srgbClr>
                            </a:outerShdw>
                          </a:effectLst>
                          <a:latin typeface="Cambria Math" panose="02040503050406030204" charset="0"/>
                          <a:cs typeface="Cambria Math" panose="02040503050406030204" charset="0"/>
                        </a:rPr>
                        <m:t>𝑔</m:t>
                      </m:r>
                      <m:r>
                        <a:rPr lang="en-US" altLang="zh-CN" i="1">
                          <a:solidFill>
                            <a:schemeClr val="accent1"/>
                          </a:solidFill>
                          <a:effectLst>
                            <a:outerShdw blurRad="38100" dist="25400" dir="5400000" algn="ctr" rotWithShape="0">
                              <a:srgbClr val="6E747A">
                                <a:alpha val="43000"/>
                              </a:srgbClr>
                            </a:outerShdw>
                          </a:effectLst>
                          <a:latin typeface="Cambria Math" panose="02040503050406030204" charset="0"/>
                          <a:cs typeface="Cambria Math" panose="02040503050406030204" charset="0"/>
                        </a:rPr>
                        <m:t>:</m:t>
                      </m:r>
                      <m:r>
                        <a:rPr lang="en-US" altLang="zh-CN" b="1" i="1">
                          <a:solidFill>
                            <a:schemeClr val="accent1"/>
                          </a:solidFill>
                          <a:effectLst>
                            <a:outerShdw blurRad="38100" dist="25400" dir="5400000" algn="ctr" rotWithShape="0">
                              <a:srgbClr val="6E747A">
                                <a:alpha val="43000"/>
                              </a:srgbClr>
                            </a:outerShdw>
                          </a:effectLst>
                          <a:latin typeface="Cambria Math" panose="02040503050406030204" charset="0"/>
                          <a:cs typeface="Cambria Math" panose="02040503050406030204" charset="0"/>
                        </a:rPr>
                        <m:t>𝒄</m:t>
                      </m:r>
                      <m:r>
                        <a:rPr lang="en-US" altLang="zh-CN" i="1">
                          <a:solidFill>
                            <a:schemeClr val="accent1"/>
                          </a:solidFill>
                          <a:effectLst>
                            <a:outerShdw blurRad="38100" dist="25400" dir="5400000" algn="ctr" rotWithShape="0">
                              <a:srgbClr val="6E747A">
                                <a:alpha val="43000"/>
                              </a:srgbClr>
                            </a:outerShdw>
                          </a:effectLst>
                          <a:latin typeface="Cambria Math" panose="02040503050406030204" charset="0"/>
                          <a:cs typeface="Cambria Math" panose="02040503050406030204" charset="0"/>
                        </a:rPr>
                        <m:t>∈</m:t>
                      </m:r>
                      <m:sSup>
                        <m:sSupPr>
                          <m:ctrlPr>
                            <a:rPr lang="en-US" altLang="zh-CN" i="1">
                              <a:solidFill>
                                <a:schemeClr val="accent1"/>
                              </a:solidFill>
                              <a:effectLst>
                                <a:outerShdw blurRad="38100" dist="25400" dir="5400000" algn="ctr" rotWithShape="0">
                                  <a:srgbClr val="6E747A">
                                    <a:alpha val="43000"/>
                                  </a:srgbClr>
                                </a:outerShdw>
                              </a:effectLst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pPr>
                        <m:e>
                          <m:r>
                            <a:rPr lang="en-US" altLang="zh-CN" b="1" i="1">
                              <a:solidFill>
                                <a:schemeClr val="accent1"/>
                              </a:solidFill>
                              <a:effectLst>
                                <a:outerShdw blurRad="38100" dist="25400" dir="5400000" algn="ctr" rotWithShape="0">
                                  <a:srgbClr val="6E747A">
                                    <a:alpha val="43000"/>
                                  </a:srgbClr>
                                </a:outerShdw>
                              </a:effectLst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𝑹</m:t>
                          </m:r>
                        </m:e>
                        <m:sup>
                          <m:r>
                            <a:rPr lang="en-US" altLang="zh-CN" i="1">
                              <a:solidFill>
                                <a:schemeClr val="accent1"/>
                              </a:solidFill>
                              <a:effectLst>
                                <a:outerShdw blurRad="38100" dist="25400" dir="5400000" algn="ctr" rotWithShape="0">
                                  <a:srgbClr val="6E747A">
                                    <a:alpha val="43000"/>
                                  </a:srgbClr>
                                </a:outerShdw>
                              </a:effectLst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𝑘</m:t>
                          </m:r>
                        </m:sup>
                      </m:sSup>
                      <m:r>
                        <a:rPr lang="en-US" altLang="zh-CN" i="1">
                          <a:solidFill>
                            <a:schemeClr val="accent1"/>
                          </a:solidFill>
                          <a:effectLst>
                            <a:outerShdw blurRad="38100" dist="25400" dir="5400000" algn="ctr" rotWithShape="0">
                              <a:srgbClr val="6E747A">
                                <a:alpha val="43000"/>
                              </a:srgbClr>
                            </a:outerShdw>
                          </a:effectLst>
                          <a:latin typeface="Cambria Math" panose="02040503050406030204" charset="0"/>
                          <a:cs typeface="Cambria Math" panose="02040503050406030204" charset="0"/>
                        </a:rPr>
                        <m:t>→</m:t>
                      </m:r>
                      <m:sSub>
                        <m:sSubPr>
                          <m:ctrlPr>
                            <a:rPr lang="en-US" altLang="zh-CN" b="1" i="1">
                              <a:solidFill>
                                <a:schemeClr val="accent1"/>
                              </a:solidFill>
                              <a:effectLst>
                                <a:outerShdw blurRad="38100" dist="25400" dir="5400000" algn="ctr" rotWithShape="0">
                                  <a:srgbClr val="6E747A">
                                    <a:alpha val="43000"/>
                                  </a:srgbClr>
                                </a:outerShdw>
                              </a:effectLst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b="1" i="1">
                              <a:solidFill>
                                <a:schemeClr val="accent1"/>
                              </a:solidFill>
                              <a:effectLst>
                                <a:outerShdw blurRad="38100" dist="25400" dir="5400000" algn="ctr" rotWithShape="0">
                                  <a:srgbClr val="6E747A">
                                    <a:alpha val="43000"/>
                                  </a:srgbClr>
                                </a:outerShdw>
                              </a:effectLst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𝒙</m:t>
                          </m:r>
                        </m:e>
                        <m:sub>
                          <m:r>
                            <a:rPr lang="en-US" altLang="zh-CN" b="1" i="1">
                              <a:solidFill>
                                <a:schemeClr val="accent1"/>
                              </a:solidFill>
                              <a:effectLst>
                                <a:outerShdw blurRad="38100" dist="25400" dir="5400000" algn="ctr" rotWithShape="0">
                                  <a:srgbClr val="6E747A">
                                    <a:alpha val="43000"/>
                                  </a:srgbClr>
                                </a:outerShdw>
                              </a:effectLst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𝟎</m:t>
                          </m:r>
                        </m:sub>
                      </m:sSub>
                      <m:r>
                        <a:rPr lang="en-US" altLang="zh-CN" i="1">
                          <a:solidFill>
                            <a:schemeClr val="accent1"/>
                          </a:solidFill>
                          <a:effectLst>
                            <a:outerShdw blurRad="38100" dist="25400" dir="5400000" algn="ctr" rotWithShape="0">
                              <a:srgbClr val="6E747A">
                                <a:alpha val="43000"/>
                              </a:srgbClr>
                            </a:outerShdw>
                          </a:effectLst>
                          <a:latin typeface="Cambria Math" panose="02040503050406030204" charset="0"/>
                          <a:cs typeface="Cambria Math" panose="02040503050406030204" charset="0"/>
                        </a:rPr>
                        <m:t>∈</m:t>
                      </m:r>
                      <m:sSup>
                        <m:sSupPr>
                          <m:ctrlPr>
                            <a:rPr lang="en-US" altLang="zh-CN" i="1">
                              <a:solidFill>
                                <a:schemeClr val="accent1"/>
                              </a:solidFill>
                              <a:effectLst>
                                <a:outerShdw blurRad="38100" dist="25400" dir="5400000" algn="ctr" rotWithShape="0">
                                  <a:srgbClr val="6E747A">
                                    <a:alpha val="43000"/>
                                  </a:srgbClr>
                                </a:outerShdw>
                              </a:effectLst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pPr>
                        <m:e>
                          <m:r>
                            <a:rPr lang="en-US" altLang="zh-CN" b="1" i="1">
                              <a:solidFill>
                                <a:schemeClr val="accent1"/>
                              </a:solidFill>
                              <a:effectLst>
                                <a:outerShdw blurRad="38100" dist="25400" dir="5400000" algn="ctr" rotWithShape="0">
                                  <a:srgbClr val="6E747A">
                                    <a:alpha val="43000"/>
                                  </a:srgbClr>
                                </a:outerShdw>
                              </a:effectLst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𝑹</m:t>
                          </m:r>
                        </m:e>
                        <m:sup>
                          <m:r>
                            <a:rPr lang="en-US" altLang="zh-CN" i="1">
                              <a:solidFill>
                                <a:schemeClr val="accent1"/>
                              </a:solidFill>
                              <a:effectLst>
                                <a:outerShdw blurRad="38100" dist="25400" dir="5400000" algn="ctr" rotWithShape="0">
                                  <a:srgbClr val="6E747A">
                                    <a:alpha val="43000"/>
                                  </a:srgbClr>
                                </a:outerShdw>
                              </a:effectLst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𝑛</m:t>
                          </m:r>
                        </m:sup>
                      </m:sSup>
                      <m:r>
                        <a:rPr lang="en-US" altLang="zh-CN" i="1">
                          <a:solidFill>
                            <a:schemeClr val="accent1"/>
                          </a:solidFill>
                          <a:effectLst>
                            <a:outerShdw blurRad="38100" dist="25400" dir="5400000" algn="ctr" rotWithShape="0">
                              <a:srgbClr val="6E747A">
                                <a:alpha val="43000"/>
                              </a:srgbClr>
                            </a:outerShdw>
                          </a:effectLst>
                          <a:latin typeface="Cambria Math" panose="02040503050406030204" charset="0"/>
                          <a:cs typeface="Cambria Math" panose="02040503050406030204" charset="0"/>
                        </a:rPr>
                        <m:t> </m:t>
                      </m:r>
                    </m:oMath>
                  </m:oMathPara>
                </a14:m>
                <a:endParaRPr lang="en-US" altLang="zh-CN"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solidFill>
                            <a:schemeClr val="accent1"/>
                          </a:solidFill>
                          <a:effectLst>
                            <a:outerShdw blurRad="38100" dist="25400" dir="5400000" algn="ctr" rotWithShape="0">
                              <a:srgbClr val="6E747A">
                                <a:alpha val="43000"/>
                              </a:srgbClr>
                            </a:outerShdw>
                          </a:effectLst>
                          <a:latin typeface="Cambria Math" panose="02040503050406030204" charset="0"/>
                          <a:cs typeface="Cambria Math" panose="02040503050406030204" charset="0"/>
                        </a:rPr>
                        <m:t>𝑚𝑖𝑛𝑖𝑚𝑖𝑧𝑒</m:t>
                      </m:r>
                      <m:r>
                        <a:rPr lang="en-US" altLang="zh-CN" i="1">
                          <a:solidFill>
                            <a:schemeClr val="accent1"/>
                          </a:solidFill>
                          <a:effectLst>
                            <a:outerShdw blurRad="38100" dist="25400" dir="5400000" algn="ctr" rotWithShape="0">
                              <a:srgbClr val="6E747A">
                                <a:alpha val="43000"/>
                              </a:srgbClr>
                            </a:outerShdw>
                          </a:effectLst>
                          <a:latin typeface="Cambria Math" panose="02040503050406030204" charset="0"/>
                          <a:cs typeface="Cambria Math" panose="02040503050406030204" charset="0"/>
                        </a:rPr>
                        <m:t>  </m:t>
                      </m:r>
                      <m:sSub>
                        <m:sSubPr>
                          <m:ctrlPr>
                            <a:rPr lang="en-US" altLang="zh-CN" i="1">
                              <a:solidFill>
                                <a:schemeClr val="accent1"/>
                              </a:solidFill>
                              <a:effectLst>
                                <a:outerShdw blurRad="38100" dist="25400" dir="5400000" algn="ctr" rotWithShape="0">
                                  <a:srgbClr val="6E747A">
                                    <a:alpha val="43000"/>
                                  </a:srgbClr>
                                </a:outerShdw>
                              </a:effectLst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altLang="zh-CN" i="1">
                                  <a:solidFill>
                                    <a:schemeClr val="accent1"/>
                                  </a:solidFill>
                                  <a:effectLst>
                                    <a:outerShdw blurRad="38100" dist="25400" dir="5400000" algn="ctr" rotWithShape="0">
                                      <a:srgbClr val="6E747A">
                                        <a:alpha val="43000"/>
                                      </a:srgbClr>
                                    </a:outerShdw>
                                  </a:effectLst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b="1" i="1">
                                      <a:solidFill>
                                        <a:schemeClr val="accent1"/>
                                      </a:solidFill>
                                      <a:effectLst>
                                        <a:outerShdw blurRad="38100" dist="25400" dir="5400000" algn="ctr" rotWithShape="0">
                                          <a:srgbClr val="6E747A">
                                            <a:alpha val="43000"/>
                                          </a:srgbClr>
                                        </a:outerShdw>
                                      </a:effectLst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1" i="1">
                                      <a:solidFill>
                                        <a:schemeClr val="accent1"/>
                                      </a:solidFill>
                                      <a:effectLst>
                                        <a:outerShdw blurRad="38100" dist="25400" dir="5400000" algn="ctr" rotWithShape="0">
                                          <a:srgbClr val="6E747A">
                                            <a:alpha val="43000"/>
                                          </a:srgbClr>
                                        </a:outerShdw>
                                      </a:effectLst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altLang="zh-CN" b="1" i="1">
                                      <a:solidFill>
                                        <a:schemeClr val="accent1"/>
                                      </a:solidFill>
                                      <a:effectLst>
                                        <a:outerShdw blurRad="38100" dist="25400" dir="5400000" algn="ctr" rotWithShape="0">
                                          <a:srgbClr val="6E747A">
                                            <a:alpha val="43000"/>
                                          </a:srgbClr>
                                        </a:outerShdw>
                                      </a:effectLst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𝟎</m:t>
                                  </m:r>
                                </m:sub>
                              </m:sSub>
                              <m:r>
                                <a:rPr lang="en-US" altLang="zh-CN" i="1">
                                  <a:solidFill>
                                    <a:schemeClr val="accent1"/>
                                  </a:solidFill>
                                  <a:effectLst>
                                    <a:outerShdw blurRad="38100" dist="25400" dir="5400000" algn="ctr" rotWithShape="0">
                                      <a:srgbClr val="6E747A">
                                        <a:alpha val="43000"/>
                                      </a:srgbClr>
                                    </a:outerShdw>
                                  </a:effectLst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−</m:t>
                              </m:r>
                              <m:r>
                                <a:rPr lang="en-US" altLang="zh-CN" b="1" i="1">
                                  <a:solidFill>
                                    <a:schemeClr val="accent1"/>
                                  </a:solidFill>
                                  <a:effectLst>
                                    <a:outerShdw blurRad="38100" dist="25400" dir="5400000" algn="ctr" rotWithShape="0">
                                      <a:srgbClr val="6E747A">
                                        <a:alpha val="43000"/>
                                      </a:srgbClr>
                                    </a:outerShdw>
                                  </a:effectLst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𝒙</m:t>
                              </m:r>
                            </m:e>
                          </m:d>
                        </m:e>
                        <m:sub>
                          <m:r>
                            <a:rPr lang="en-US" altLang="zh-CN" i="1">
                              <a:solidFill>
                                <a:schemeClr val="accent1"/>
                              </a:solidFill>
                              <a:effectLst>
                                <a:outerShdw blurRad="38100" dist="25400" dir="5400000" algn="ctr" rotWithShape="0">
                                  <a:srgbClr val="6E747A">
                                    <a:alpha val="43000"/>
                                  </a:srgbClr>
                                </a:outerShdw>
                              </a:effectLst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altLang="zh-CN"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endParaRPr>
              </a:p>
            </p:txBody>
          </p:sp>
        </mc:Choice>
        <mc:Fallback>
          <p:sp>
            <p:nvSpPr>
              <p:cNvPr id="21" name="文本框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91200" y="590550"/>
                <a:ext cx="5368290" cy="1471295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" name="文本框 21"/>
              <p:cNvSpPr txBox="1"/>
              <p:nvPr/>
            </p:nvSpPr>
            <p:spPr>
              <a:xfrm>
                <a:off x="5923280" y="2087245"/>
                <a:ext cx="5251450" cy="368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>
                    <a:solidFill>
                      <a:srgbClr val="FF0000"/>
                    </a:solidFill>
                  </a:rPr>
                  <a:t>(simplify)  </a:t>
                </a:r>
                <a:r>
                  <a:rPr lang="en-US" altLang="zh-CN">
                    <a:solidFill>
                      <a:schemeClr val="accent1"/>
                    </a:solidFill>
                    <a:effectLst>
                      <a:outerShdw blurRad="38100" dist="25400" dir="5400000" algn="ctr" rotWithShape="0">
                        <a:srgbClr val="6E747A">
                          <a:alpha val="43000"/>
                        </a:srgbClr>
                      </a:outerShdw>
                    </a:effectLst>
                  </a:rPr>
                  <a:t>Let there be a matrix </a:t>
                </a:r>
                <a:r>
                  <a:rPr lang="en-US" altLang="zh-CN" i="1">
                    <a:solidFill>
                      <a:srgbClr val="FF0000"/>
                    </a:solidFill>
                    <a:effectLst>
                      <a:outerShdw blurRad="38100" dist="25400" dir="5400000" algn="ctr" rotWithShape="0">
                        <a:srgbClr val="6E747A">
                          <a:alpha val="43000"/>
                        </a:srgbClr>
                      </a:outerShdw>
                    </a:effectLst>
                  </a:rPr>
                  <a:t>D</a:t>
                </a:r>
                <a:r>
                  <a:rPr lang="en-US" altLang="zh-CN">
                    <a:solidFill>
                      <a:schemeClr val="accent1"/>
                    </a:solidFill>
                    <a:effectLst>
                      <a:outerShdw blurRad="38100" dist="25400" dir="5400000" algn="ctr" rotWithShape="0">
                        <a:srgbClr val="6E747A">
                          <a:alpha val="43000"/>
                        </a:srgbClr>
                      </a:outerShdw>
                    </a:effectLst>
                  </a:rPr>
                  <a:t>:</a:t>
                </a:r>
                <a:r>
                  <a:rPr lang="en-US" altLang="zh-CN" i="1">
                    <a:solidFill>
                      <a:schemeClr val="accent1"/>
                    </a:solidFill>
                    <a:effectLst>
                      <a:outerShdw blurRad="38100" dist="25400" dir="5400000" algn="ctr" rotWithShape="0">
                        <a:srgbClr val="6E747A">
                          <a:alpha val="43000"/>
                        </a:srgbClr>
                      </a:outerShdw>
                    </a:effectLst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solidFill>
                          <a:schemeClr val="accent1"/>
                        </a:solidFill>
                        <a:effectLst>
                          <a:outerShdw blurRad="38100" dist="25400" dir="5400000" algn="ctr" rotWithShape="0">
                            <a:srgbClr val="6E747A">
                              <a:alpha val="43000"/>
                            </a:srgbClr>
                          </a:outerShdw>
                        </a:effectLst>
                        <a:latin typeface="Cambria Math" panose="02040503050406030204" charset="0"/>
                        <a:cs typeface="Cambria Math" panose="02040503050406030204" charset="0"/>
                      </a:rPr>
                      <m:t>𝑔</m:t>
                    </m:r>
                    <m:r>
                      <a:rPr lang="en-US" altLang="zh-CN" i="1">
                        <a:solidFill>
                          <a:schemeClr val="accent1"/>
                        </a:solidFill>
                        <a:effectLst>
                          <a:outerShdw blurRad="38100" dist="25400" dir="5400000" algn="ctr" rotWithShape="0">
                            <a:srgbClr val="6E747A">
                              <a:alpha val="43000"/>
                            </a:srgbClr>
                          </a:outerShdw>
                        </a:effectLst>
                        <a:latin typeface="Cambria Math" panose="02040503050406030204" charset="0"/>
                        <a:cs typeface="Cambria Math" panose="02040503050406030204" charset="0"/>
                      </a:rPr>
                      <m:t>(</m:t>
                    </m:r>
                    <m:r>
                      <a:rPr lang="en-US" altLang="zh-CN" b="1" i="1">
                        <a:solidFill>
                          <a:schemeClr val="accent1"/>
                        </a:solidFill>
                        <a:effectLst>
                          <a:outerShdw blurRad="38100" dist="25400" dir="5400000" algn="ctr" rotWithShape="0">
                            <a:srgbClr val="6E747A">
                              <a:alpha val="43000"/>
                            </a:srgbClr>
                          </a:outerShdw>
                        </a:effectLst>
                        <a:latin typeface="Cambria Math" panose="02040503050406030204" charset="0"/>
                        <a:cs typeface="Cambria Math" panose="02040503050406030204" charset="0"/>
                      </a:rPr>
                      <m:t>𝒄</m:t>
                    </m:r>
                    <m:r>
                      <a:rPr lang="en-US" altLang="zh-CN" i="1">
                        <a:solidFill>
                          <a:schemeClr val="accent1"/>
                        </a:solidFill>
                        <a:effectLst>
                          <a:outerShdw blurRad="38100" dist="25400" dir="5400000" algn="ctr" rotWithShape="0">
                            <a:srgbClr val="6E747A">
                              <a:alpha val="43000"/>
                            </a:srgbClr>
                          </a:outerShdw>
                        </a:effectLst>
                        <a:latin typeface="Cambria Math" panose="02040503050406030204" charset="0"/>
                        <a:cs typeface="Cambria Math" panose="02040503050406030204" charset="0"/>
                      </a:rPr>
                      <m:t>)=</m:t>
                    </m:r>
                    <m:r>
                      <a:rPr lang="en-US" altLang="zh-CN" i="1">
                        <a:solidFill>
                          <a:schemeClr val="accent1"/>
                        </a:solidFill>
                        <a:effectLst>
                          <a:outerShdw blurRad="38100" dist="25400" dir="5400000" algn="ctr" rotWithShape="0">
                            <a:srgbClr val="6E747A">
                              <a:alpha val="43000"/>
                            </a:srgbClr>
                          </a:outerShdw>
                        </a:effectLst>
                        <a:latin typeface="Cambria Math" panose="02040503050406030204" charset="0"/>
                        <a:cs typeface="Cambria Math" panose="02040503050406030204" charset="0"/>
                      </a:rPr>
                      <m:t>𝐷</m:t>
                    </m:r>
                    <m:r>
                      <a:rPr lang="en-US" altLang="zh-CN" b="1" i="1">
                        <a:solidFill>
                          <a:schemeClr val="accent1"/>
                        </a:solidFill>
                        <a:effectLst>
                          <a:outerShdw blurRad="38100" dist="25400" dir="5400000" algn="ctr" rotWithShape="0">
                            <a:srgbClr val="6E747A">
                              <a:alpha val="43000"/>
                            </a:srgbClr>
                          </a:outerShdw>
                        </a:effectLst>
                        <a:latin typeface="Cambria Math" panose="02040503050406030204" charset="0"/>
                        <a:cs typeface="Cambria Math" panose="02040503050406030204" charset="0"/>
                      </a:rPr>
                      <m:t>𝒄</m:t>
                    </m:r>
                  </m:oMath>
                </a14:m>
                <a:endParaRPr lang="en-US" altLang="zh-CN" b="1" i="1"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22" name="文本框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23280" y="2087245"/>
                <a:ext cx="5251450" cy="368300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" name="文本框 22"/>
              <p:cNvSpPr txBox="1"/>
              <p:nvPr/>
            </p:nvSpPr>
            <p:spPr>
              <a:xfrm>
                <a:off x="5088890" y="3100705"/>
                <a:ext cx="6070600" cy="11887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b="1" i="1">
                              <a:solidFill>
                                <a:schemeClr val="accent1"/>
                              </a:solidFill>
                              <a:effectLst>
                                <a:outerShdw blurRad="38100" dist="25400" dir="5400000" algn="ctr" rotWithShape="0">
                                  <a:srgbClr val="6E747A">
                                    <a:alpha val="43000"/>
                                  </a:srgbClr>
                                </a:outerShdw>
                              </a:effectLst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pPr>
                        <m:e>
                          <m:r>
                            <a:rPr lang="en-US" altLang="zh-CN" b="1" i="1">
                              <a:solidFill>
                                <a:schemeClr val="accent1"/>
                              </a:solidFill>
                              <a:effectLst>
                                <a:outerShdw blurRad="38100" dist="25400" dir="5400000" algn="ctr" rotWithShape="0">
                                  <a:srgbClr val="6E747A">
                                    <a:alpha val="43000"/>
                                  </a:srgbClr>
                                </a:outerShdw>
                              </a:effectLst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𝒄</m:t>
                          </m:r>
                        </m:e>
                        <m:sup>
                          <m:r>
                            <a:rPr lang="en-US" altLang="zh-CN" b="1" i="1">
                              <a:solidFill>
                                <a:schemeClr val="accent1"/>
                              </a:solidFill>
                              <a:effectLst>
                                <a:outerShdw blurRad="38100" dist="25400" dir="5400000" algn="ctr" rotWithShape="0">
                                  <a:srgbClr val="6E747A">
                                    <a:alpha val="43000"/>
                                  </a:srgbClr>
                                </a:outerShdw>
                              </a:effectLst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∗</m:t>
                          </m:r>
                        </m:sup>
                      </m:sSup>
                      <m:r>
                        <a:rPr lang="en-US" altLang="zh-CN" i="1">
                          <a:solidFill>
                            <a:schemeClr val="accent1"/>
                          </a:solidFill>
                          <a:effectLst>
                            <a:outerShdw blurRad="38100" dist="25400" dir="5400000" algn="ctr" rotWithShape="0">
                              <a:srgbClr val="6E747A">
                                <a:alpha val="43000"/>
                              </a:srgbClr>
                            </a:outerShdw>
                          </a:effectLst>
                          <a:latin typeface="Cambria Math" panose="02040503050406030204" charset="0"/>
                          <a:cs typeface="Cambria Math" panose="02040503050406030204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i="1">
                              <a:solidFill>
                                <a:schemeClr val="accent1"/>
                              </a:solidFill>
                              <a:effectLst>
                                <a:outerShdw blurRad="38100" dist="25400" dir="5400000" algn="ctr" rotWithShape="0">
                                  <a:srgbClr val="6E747A">
                                    <a:alpha val="43000"/>
                                  </a:srgbClr>
                                </a:outerShdw>
                              </a:effectLst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solidFill>
                                <a:schemeClr val="accent1"/>
                              </a:solidFill>
                              <a:effectLst>
                                <a:outerShdw blurRad="38100" dist="25400" dir="5400000" algn="ctr" rotWithShape="0">
                                  <a:srgbClr val="6E747A">
                                    <a:alpha val="43000"/>
                                  </a:srgbClr>
                                </a:outerShdw>
                              </a:effectLst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𝑎𝑟𝑔𝑚𝑖𝑛</m:t>
                          </m:r>
                        </m:e>
                        <m:sub>
                          <m:r>
                            <a:rPr lang="en-US" altLang="zh-CN" b="1" i="1">
                              <a:solidFill>
                                <a:schemeClr val="accent1"/>
                              </a:solidFill>
                              <a:effectLst>
                                <a:outerShdw blurRad="38100" dist="25400" dir="5400000" algn="ctr" rotWithShape="0">
                                  <a:srgbClr val="6E747A">
                                    <a:alpha val="43000"/>
                                  </a:srgbClr>
                                </a:outerShdw>
                              </a:effectLst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𝒄</m:t>
                          </m:r>
                        </m:sub>
                      </m:sSub>
                      <m:sSub>
                        <m:sSubPr>
                          <m:ctrlPr>
                            <a:rPr lang="en-US" altLang="zh-CN" i="1">
                              <a:solidFill>
                                <a:schemeClr val="accent1"/>
                              </a:solidFill>
                              <a:effectLst>
                                <a:outerShdw blurRad="38100" dist="25400" dir="5400000" algn="ctr" rotWithShape="0">
                                  <a:srgbClr val="6E747A">
                                    <a:alpha val="43000"/>
                                  </a:srgbClr>
                                </a:outerShdw>
                              </a:effectLst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altLang="zh-CN" i="1">
                                  <a:solidFill>
                                    <a:schemeClr val="accent1"/>
                                  </a:solidFill>
                                  <a:effectLst>
                                    <a:outerShdw blurRad="38100" dist="25400" dir="5400000" algn="ctr" rotWithShape="0">
                                      <a:srgbClr val="6E747A">
                                        <a:alpha val="43000"/>
                                      </a:srgbClr>
                                    </a:outerShdw>
                                  </a:effectLst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dPr>
                            <m:e>
                              <m:r>
                                <a:rPr lang="en-US" altLang="zh-CN" b="1" i="1">
                                  <a:solidFill>
                                    <a:schemeClr val="accent1"/>
                                  </a:solidFill>
                                  <a:effectLst>
                                    <a:outerShdw blurRad="38100" dist="25400" dir="5400000" algn="ctr" rotWithShape="0">
                                      <a:srgbClr val="6E747A">
                                        <a:alpha val="43000"/>
                                      </a:srgbClr>
                                    </a:outerShdw>
                                  </a:effectLst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𝒙</m:t>
                              </m:r>
                              <m:r>
                                <a:rPr lang="en-US" altLang="zh-CN" i="1">
                                  <a:solidFill>
                                    <a:schemeClr val="accent1"/>
                                  </a:solidFill>
                                  <a:effectLst>
                                    <a:outerShdw blurRad="38100" dist="25400" dir="5400000" algn="ctr" rotWithShape="0">
                                      <a:srgbClr val="6E747A">
                                        <a:alpha val="43000"/>
                                      </a:srgbClr>
                                    </a:outerShdw>
                                  </a:effectLst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−</m:t>
                              </m:r>
                              <m:r>
                                <a:rPr lang="en-US" altLang="zh-CN" i="1">
                                  <a:solidFill>
                                    <a:schemeClr val="accent1"/>
                                  </a:solidFill>
                                  <a:effectLst>
                                    <a:outerShdw blurRad="38100" dist="25400" dir="5400000" algn="ctr" rotWithShape="0">
                                      <a:srgbClr val="6E747A">
                                        <a:alpha val="43000"/>
                                      </a:srgbClr>
                                    </a:outerShdw>
                                  </a:effectLst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𝑔</m:t>
                              </m:r>
                              <m:r>
                                <a:rPr lang="en-US" altLang="zh-CN" i="1">
                                  <a:solidFill>
                                    <a:schemeClr val="accent1"/>
                                  </a:solidFill>
                                  <a:effectLst>
                                    <a:outerShdw blurRad="38100" dist="25400" dir="5400000" algn="ctr" rotWithShape="0">
                                      <a:srgbClr val="6E747A">
                                        <a:alpha val="43000"/>
                                      </a:srgbClr>
                                    </a:outerShdw>
                                  </a:effectLst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(</m:t>
                              </m:r>
                              <m:r>
                                <a:rPr lang="en-US" altLang="zh-CN" b="1" i="1">
                                  <a:solidFill>
                                    <a:schemeClr val="accent1"/>
                                  </a:solidFill>
                                  <a:effectLst>
                                    <a:outerShdw blurRad="38100" dist="25400" dir="5400000" algn="ctr" rotWithShape="0">
                                      <a:srgbClr val="6E747A">
                                        <a:alpha val="43000"/>
                                      </a:srgbClr>
                                    </a:outerShdw>
                                  </a:effectLst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𝒄</m:t>
                              </m:r>
                              <m:r>
                                <a:rPr lang="en-US" altLang="zh-CN" i="1">
                                  <a:solidFill>
                                    <a:schemeClr val="accent1"/>
                                  </a:solidFill>
                                  <a:effectLst>
                                    <a:outerShdw blurRad="38100" dist="25400" dir="5400000" algn="ctr" rotWithShape="0">
                                      <a:srgbClr val="6E747A">
                                        <a:alpha val="43000"/>
                                      </a:srgbClr>
                                    </a:outerShdw>
                                  </a:effectLst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)</m:t>
                              </m:r>
                            </m:e>
                          </m:d>
                        </m:e>
                        <m:sub>
                          <m:r>
                            <a:rPr lang="en-US" altLang="zh-CN" i="1">
                              <a:solidFill>
                                <a:schemeClr val="accent1"/>
                              </a:solidFill>
                              <a:effectLst>
                                <a:outerShdw blurRad="38100" dist="25400" dir="5400000" algn="ctr" rotWithShape="0">
                                  <a:srgbClr val="6E747A">
                                    <a:alpha val="43000"/>
                                  </a:srgbClr>
                                </a:outerShdw>
                              </a:effectLst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altLang="zh-CN" i="1"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solidFill>
                            <a:schemeClr val="accent1"/>
                          </a:solidFill>
                          <a:effectLst>
                            <a:outerShdw blurRad="38100" dist="25400" dir="5400000" algn="ctr" rotWithShape="0">
                              <a:srgbClr val="6E747A">
                                <a:alpha val="43000"/>
                              </a:srgbClr>
                            </a:outerShdw>
                          </a:effectLst>
                          <a:latin typeface="Cambria Math" panose="02040503050406030204" charset="0"/>
                          <a:cs typeface="Cambria Math" panose="02040503050406030204" charset="0"/>
                        </a:rPr>
                        <m:t>    =</m:t>
                      </m:r>
                      <m:sSub>
                        <m:sSubPr>
                          <m:ctrlPr>
                            <a:rPr lang="en-US" altLang="zh-CN" i="1">
                              <a:solidFill>
                                <a:schemeClr val="accent1"/>
                              </a:solidFill>
                              <a:effectLst>
                                <a:outerShdw blurRad="38100" dist="25400" dir="5400000" algn="ctr" rotWithShape="0">
                                  <a:srgbClr val="6E747A">
                                    <a:alpha val="43000"/>
                                  </a:srgbClr>
                                </a:outerShdw>
                              </a:effectLst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solidFill>
                                <a:schemeClr val="accent1"/>
                              </a:solidFill>
                              <a:effectLst>
                                <a:outerShdw blurRad="38100" dist="25400" dir="5400000" algn="ctr" rotWithShape="0">
                                  <a:srgbClr val="6E747A">
                                    <a:alpha val="43000"/>
                                  </a:srgbClr>
                                </a:outerShdw>
                              </a:effectLst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𝑎𝑟𝑔𝑚𝑖𝑛</m:t>
                          </m:r>
                        </m:e>
                        <m:sub>
                          <m:r>
                            <a:rPr lang="en-US" altLang="zh-CN" b="1" i="1">
                              <a:solidFill>
                                <a:schemeClr val="accent1"/>
                              </a:solidFill>
                              <a:effectLst>
                                <a:outerShdw blurRad="38100" dist="25400" dir="5400000" algn="ctr" rotWithShape="0">
                                  <a:srgbClr val="6E747A">
                                    <a:alpha val="43000"/>
                                  </a:srgbClr>
                                </a:outerShdw>
                              </a:effectLst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𝒄</m:t>
                          </m:r>
                        </m:sub>
                      </m:sSub>
                      <m:sSubSup>
                        <m:sSubSupPr>
                          <m:ctrlPr>
                            <a:rPr lang="en-US" altLang="zh-CN" b="1" i="1">
                              <a:solidFill>
                                <a:schemeClr val="accent1"/>
                              </a:solidFill>
                              <a:effectLst>
                                <a:outerShdw blurRad="38100" dist="25400" dir="5400000" algn="ctr" rotWithShape="0">
                                  <a:srgbClr val="6E747A">
                                    <a:alpha val="43000"/>
                                  </a:srgbClr>
                                </a:outerShdw>
                              </a:effectLst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Sup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altLang="zh-CN" i="1">
                                  <a:solidFill>
                                    <a:schemeClr val="accent1"/>
                                  </a:solidFill>
                                  <a:effectLst>
                                    <a:outerShdw blurRad="38100" dist="25400" dir="5400000" algn="ctr" rotWithShape="0">
                                      <a:srgbClr val="6E747A">
                                        <a:alpha val="43000"/>
                                      </a:srgbClr>
                                    </a:outerShdw>
                                  </a:effectLst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dPr>
                            <m:e>
                              <m:r>
                                <a:rPr lang="en-US" altLang="zh-CN" b="1" i="1">
                                  <a:solidFill>
                                    <a:schemeClr val="accent1"/>
                                  </a:solidFill>
                                  <a:effectLst>
                                    <a:outerShdw blurRad="38100" dist="25400" dir="5400000" algn="ctr" rotWithShape="0">
                                      <a:srgbClr val="6E747A">
                                        <a:alpha val="43000"/>
                                      </a:srgbClr>
                                    </a:outerShdw>
                                  </a:effectLst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𝒙</m:t>
                              </m:r>
                              <m:r>
                                <a:rPr lang="en-US" altLang="zh-CN" i="1">
                                  <a:solidFill>
                                    <a:schemeClr val="accent1"/>
                                  </a:solidFill>
                                  <a:effectLst>
                                    <a:outerShdw blurRad="38100" dist="25400" dir="5400000" algn="ctr" rotWithShape="0">
                                      <a:srgbClr val="6E747A">
                                        <a:alpha val="43000"/>
                                      </a:srgbClr>
                                    </a:outerShdw>
                                  </a:effectLst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−</m:t>
                              </m:r>
                              <m:r>
                                <a:rPr lang="en-US" altLang="zh-CN" i="1">
                                  <a:solidFill>
                                    <a:schemeClr val="accent1"/>
                                  </a:solidFill>
                                  <a:effectLst>
                                    <a:outerShdw blurRad="38100" dist="25400" dir="5400000" algn="ctr" rotWithShape="0">
                                      <a:srgbClr val="6E747A">
                                        <a:alpha val="43000"/>
                                      </a:srgbClr>
                                    </a:outerShdw>
                                  </a:effectLst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𝑔</m:t>
                              </m:r>
                              <m:r>
                                <a:rPr lang="en-US" altLang="zh-CN" i="1">
                                  <a:solidFill>
                                    <a:schemeClr val="accent1"/>
                                  </a:solidFill>
                                  <a:effectLst>
                                    <a:outerShdw blurRad="38100" dist="25400" dir="5400000" algn="ctr" rotWithShape="0">
                                      <a:srgbClr val="6E747A">
                                        <a:alpha val="43000"/>
                                      </a:srgbClr>
                                    </a:outerShdw>
                                  </a:effectLst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(</m:t>
                              </m:r>
                              <m:r>
                                <a:rPr lang="en-US" altLang="zh-CN" b="1" i="1">
                                  <a:solidFill>
                                    <a:schemeClr val="accent1"/>
                                  </a:solidFill>
                                  <a:effectLst>
                                    <a:outerShdw blurRad="38100" dist="25400" dir="5400000" algn="ctr" rotWithShape="0">
                                      <a:srgbClr val="6E747A">
                                        <a:alpha val="43000"/>
                                      </a:srgbClr>
                                    </a:outerShdw>
                                  </a:effectLst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𝒄</m:t>
                              </m:r>
                              <m:r>
                                <a:rPr lang="en-US" altLang="zh-CN" i="1">
                                  <a:solidFill>
                                    <a:schemeClr val="accent1"/>
                                  </a:solidFill>
                                  <a:effectLst>
                                    <a:outerShdw blurRad="38100" dist="25400" dir="5400000" algn="ctr" rotWithShape="0">
                                      <a:srgbClr val="6E747A">
                                        <a:alpha val="43000"/>
                                      </a:srgbClr>
                                    </a:outerShdw>
                                  </a:effectLst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)</m:t>
                              </m:r>
                            </m:e>
                          </m:d>
                        </m:e>
                        <m:sub>
                          <m:r>
                            <a:rPr lang="en-US" altLang="zh-CN" i="1">
                              <a:solidFill>
                                <a:schemeClr val="accent1"/>
                              </a:solidFill>
                              <a:effectLst>
                                <a:outerShdw blurRad="38100" dist="25400" dir="5400000" algn="ctr" rotWithShape="0">
                                  <a:srgbClr val="6E747A">
                                    <a:alpha val="43000"/>
                                  </a:srgbClr>
                                </a:outerShdw>
                              </a:effectLst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2</m:t>
                          </m:r>
                        </m:sub>
                        <m:sup>
                          <m:r>
                            <a:rPr lang="en-US" altLang="zh-CN" i="1">
                              <a:solidFill>
                                <a:schemeClr val="accent1"/>
                              </a:solidFill>
                              <a:effectLst>
                                <a:outerShdw blurRad="38100" dist="25400" dir="5400000" algn="ctr" rotWithShape="0">
                                  <a:srgbClr val="6E747A">
                                    <a:alpha val="43000"/>
                                  </a:srgbClr>
                                </a:outerShdw>
                              </a:effectLst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US" altLang="zh-CN" b="1" i="1"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solidFill>
                            <a:schemeClr val="accent1"/>
                          </a:solidFill>
                          <a:effectLst>
                            <a:outerShdw blurRad="38100" dist="25400" dir="5400000" algn="ctr" rotWithShape="0">
                              <a:srgbClr val="6E747A">
                                <a:alpha val="43000"/>
                              </a:srgbClr>
                            </a:outerShdw>
                          </a:effectLst>
                          <a:latin typeface="Cambria Math" panose="02040503050406030204" charset="0"/>
                          <a:cs typeface="Cambria Math" panose="02040503050406030204" charset="0"/>
                        </a:rPr>
                        <m:t>                        =</m:t>
                      </m:r>
                      <m:sSub>
                        <m:sSubPr>
                          <m:ctrlPr>
                            <a:rPr lang="en-US" altLang="zh-CN" i="1">
                              <a:solidFill>
                                <a:schemeClr val="accent1"/>
                              </a:solidFill>
                              <a:effectLst>
                                <a:outerShdw blurRad="38100" dist="25400" dir="5400000" algn="ctr" rotWithShape="0">
                                  <a:srgbClr val="6E747A">
                                    <a:alpha val="43000"/>
                                  </a:srgbClr>
                                </a:outerShdw>
                              </a:effectLst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solidFill>
                                <a:schemeClr val="accent1"/>
                              </a:solidFill>
                              <a:effectLst>
                                <a:outerShdw blurRad="38100" dist="25400" dir="5400000" algn="ctr" rotWithShape="0">
                                  <a:srgbClr val="6E747A">
                                    <a:alpha val="43000"/>
                                  </a:srgbClr>
                                </a:outerShdw>
                              </a:effectLst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𝑎𝑟𝑔𝑚𝑖𝑛</m:t>
                          </m:r>
                        </m:e>
                        <m:sub>
                          <m:r>
                            <a:rPr lang="en-US" altLang="zh-CN" b="1" i="1">
                              <a:solidFill>
                                <a:schemeClr val="accent1"/>
                              </a:solidFill>
                              <a:effectLst>
                                <a:outerShdw blurRad="38100" dist="25400" dir="5400000" algn="ctr" rotWithShape="0">
                                  <a:srgbClr val="6E747A">
                                    <a:alpha val="43000"/>
                                  </a:srgbClr>
                                </a:outerShdw>
                              </a:effectLst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𝒄</m:t>
                          </m:r>
                        </m:sub>
                      </m:sSub>
                      <m:sSup>
                        <m:sSupPr>
                          <m:ctrlPr>
                            <a:rPr lang="en-US" altLang="zh-CN" i="1">
                              <a:solidFill>
                                <a:schemeClr val="accent1"/>
                              </a:solidFill>
                              <a:effectLst>
                                <a:outerShdw blurRad="38100" dist="25400" dir="5400000" algn="ctr" rotWithShape="0">
                                  <a:srgbClr val="6E747A">
                                    <a:alpha val="43000"/>
                                  </a:srgbClr>
                                </a:outerShdw>
                              </a:effectLst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solidFill>
                                <a:schemeClr val="accent1"/>
                              </a:solidFill>
                              <a:effectLst>
                                <a:outerShdw blurRad="38100" dist="25400" dir="5400000" algn="ctr" rotWithShape="0">
                                  <a:srgbClr val="6E747A">
                                    <a:alpha val="43000"/>
                                  </a:srgbClr>
                                </a:outerShdw>
                              </a:effectLst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(</m:t>
                          </m:r>
                          <m:r>
                            <a:rPr lang="en-US" altLang="zh-CN" b="1" i="1">
                              <a:solidFill>
                                <a:schemeClr val="accent1"/>
                              </a:solidFill>
                              <a:effectLst>
                                <a:outerShdw blurRad="38100" dist="25400" dir="5400000" algn="ctr" rotWithShape="0">
                                  <a:srgbClr val="6E747A">
                                    <a:alpha val="43000"/>
                                  </a:srgbClr>
                                </a:outerShdw>
                              </a:effectLst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𝒙</m:t>
                          </m:r>
                          <m:r>
                            <a:rPr lang="en-US" altLang="zh-CN" i="1">
                              <a:solidFill>
                                <a:schemeClr val="accent1"/>
                              </a:solidFill>
                              <a:effectLst>
                                <a:outerShdw blurRad="38100" dist="25400" dir="5400000" algn="ctr" rotWithShape="0">
                                  <a:srgbClr val="6E747A">
                                    <a:alpha val="43000"/>
                                  </a:srgbClr>
                                </a:outerShdw>
                              </a:effectLst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−</m:t>
                          </m:r>
                          <m:r>
                            <a:rPr lang="en-US" altLang="zh-CN" i="1">
                              <a:solidFill>
                                <a:schemeClr val="accent1"/>
                              </a:solidFill>
                              <a:effectLst>
                                <a:outerShdw blurRad="38100" dist="25400" dir="5400000" algn="ctr" rotWithShape="0">
                                  <a:srgbClr val="6E747A">
                                    <a:alpha val="43000"/>
                                  </a:srgbClr>
                                </a:outerShdw>
                              </a:effectLst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𝑔</m:t>
                          </m:r>
                          <m:r>
                            <a:rPr lang="en-US" altLang="zh-CN" i="1">
                              <a:solidFill>
                                <a:schemeClr val="accent1"/>
                              </a:solidFill>
                              <a:effectLst>
                                <a:outerShdw blurRad="38100" dist="25400" dir="5400000" algn="ctr" rotWithShape="0">
                                  <a:srgbClr val="6E747A">
                                    <a:alpha val="43000"/>
                                  </a:srgbClr>
                                </a:outerShdw>
                              </a:effectLst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(</m:t>
                          </m:r>
                          <m:r>
                            <a:rPr lang="en-US" altLang="zh-CN" b="1" i="1">
                              <a:solidFill>
                                <a:schemeClr val="accent1"/>
                              </a:solidFill>
                              <a:effectLst>
                                <a:outerShdw blurRad="38100" dist="25400" dir="5400000" algn="ctr" rotWithShape="0">
                                  <a:srgbClr val="6E747A">
                                    <a:alpha val="43000"/>
                                  </a:srgbClr>
                                </a:outerShdw>
                              </a:effectLst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𝒄</m:t>
                          </m:r>
                          <m:r>
                            <a:rPr lang="en-US" altLang="zh-CN" i="1">
                              <a:solidFill>
                                <a:schemeClr val="accent1"/>
                              </a:solidFill>
                              <a:effectLst>
                                <a:outerShdw blurRad="38100" dist="25400" dir="5400000" algn="ctr" rotWithShape="0">
                                  <a:srgbClr val="6E747A">
                                    <a:alpha val="43000"/>
                                  </a:srgbClr>
                                </a:outerShdw>
                              </a:effectLst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))</m:t>
                          </m:r>
                        </m:e>
                        <m:sup>
                          <m:r>
                            <a:rPr lang="en-US" altLang="zh-CN" i="1">
                              <a:solidFill>
                                <a:schemeClr val="accent1"/>
                              </a:solidFill>
                              <a:effectLst>
                                <a:outerShdw blurRad="38100" dist="25400" dir="5400000" algn="ctr" rotWithShape="0">
                                  <a:srgbClr val="6E747A">
                                    <a:alpha val="43000"/>
                                  </a:srgbClr>
                                </a:outerShdw>
                              </a:effectLst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𝑇</m:t>
                          </m:r>
                        </m:sup>
                      </m:sSup>
                      <m:r>
                        <a:rPr lang="en-US" altLang="zh-CN" b="1" i="1">
                          <a:solidFill>
                            <a:schemeClr val="accent1"/>
                          </a:solidFill>
                          <a:effectLst>
                            <a:outerShdw blurRad="38100" dist="25400" dir="5400000" algn="ctr" rotWithShape="0">
                              <a:srgbClr val="6E747A">
                                <a:alpha val="43000"/>
                              </a:srgbClr>
                            </a:outerShdw>
                          </a:effectLst>
                          <a:latin typeface="Cambria Math" panose="02040503050406030204" charset="0"/>
                          <a:cs typeface="Cambria Math" panose="02040503050406030204" charset="0"/>
                        </a:rPr>
                        <m:t>(</m:t>
                      </m:r>
                      <m:r>
                        <a:rPr lang="en-US" altLang="zh-CN" b="1" i="1">
                          <a:solidFill>
                            <a:schemeClr val="accent1"/>
                          </a:solidFill>
                          <a:effectLst>
                            <a:outerShdw blurRad="38100" dist="25400" dir="5400000" algn="ctr" rotWithShape="0">
                              <a:srgbClr val="6E747A">
                                <a:alpha val="43000"/>
                              </a:srgbClr>
                            </a:outerShdw>
                          </a:effectLst>
                          <a:latin typeface="Cambria Math" panose="02040503050406030204" charset="0"/>
                          <a:cs typeface="Cambria Math" panose="02040503050406030204" charset="0"/>
                        </a:rPr>
                        <m:t>𝒙</m:t>
                      </m:r>
                      <m:r>
                        <a:rPr lang="en-US" altLang="zh-CN" i="1">
                          <a:solidFill>
                            <a:schemeClr val="accent1"/>
                          </a:solidFill>
                          <a:effectLst>
                            <a:outerShdw blurRad="38100" dist="25400" dir="5400000" algn="ctr" rotWithShape="0">
                              <a:srgbClr val="6E747A">
                                <a:alpha val="43000"/>
                              </a:srgbClr>
                            </a:outerShdw>
                          </a:effectLst>
                          <a:latin typeface="Cambria Math" panose="02040503050406030204" charset="0"/>
                          <a:cs typeface="Cambria Math" panose="02040503050406030204" charset="0"/>
                        </a:rPr>
                        <m:t>−</m:t>
                      </m:r>
                      <m:r>
                        <a:rPr lang="en-US" altLang="zh-CN" i="1">
                          <a:solidFill>
                            <a:schemeClr val="accent1"/>
                          </a:solidFill>
                          <a:effectLst>
                            <a:outerShdw blurRad="38100" dist="25400" dir="5400000" algn="ctr" rotWithShape="0">
                              <a:srgbClr val="6E747A">
                                <a:alpha val="43000"/>
                              </a:srgbClr>
                            </a:outerShdw>
                          </a:effectLst>
                          <a:latin typeface="Cambria Math" panose="02040503050406030204" charset="0"/>
                          <a:cs typeface="Cambria Math" panose="02040503050406030204" charset="0"/>
                        </a:rPr>
                        <m:t>𝑔</m:t>
                      </m:r>
                      <m:r>
                        <a:rPr lang="en-US" altLang="zh-CN" i="1">
                          <a:solidFill>
                            <a:schemeClr val="accent1"/>
                          </a:solidFill>
                          <a:effectLst>
                            <a:outerShdw blurRad="38100" dist="25400" dir="5400000" algn="ctr" rotWithShape="0">
                              <a:srgbClr val="6E747A">
                                <a:alpha val="43000"/>
                              </a:srgbClr>
                            </a:outerShdw>
                          </a:effectLst>
                          <a:latin typeface="Cambria Math" panose="02040503050406030204" charset="0"/>
                          <a:cs typeface="Cambria Math" panose="02040503050406030204" charset="0"/>
                        </a:rPr>
                        <m:t>(</m:t>
                      </m:r>
                      <m:r>
                        <a:rPr lang="en-US" altLang="zh-CN" b="1" i="1">
                          <a:solidFill>
                            <a:schemeClr val="accent1"/>
                          </a:solidFill>
                          <a:effectLst>
                            <a:outerShdw blurRad="38100" dist="25400" dir="5400000" algn="ctr" rotWithShape="0">
                              <a:srgbClr val="6E747A">
                                <a:alpha val="43000"/>
                              </a:srgbClr>
                            </a:outerShdw>
                          </a:effectLst>
                          <a:latin typeface="Cambria Math" panose="02040503050406030204" charset="0"/>
                          <a:cs typeface="Cambria Math" panose="02040503050406030204" charset="0"/>
                        </a:rPr>
                        <m:t>𝒄</m:t>
                      </m:r>
                      <m:r>
                        <a:rPr lang="en-US" altLang="zh-CN" i="1">
                          <a:solidFill>
                            <a:schemeClr val="accent1"/>
                          </a:solidFill>
                          <a:effectLst>
                            <a:outerShdw blurRad="38100" dist="25400" dir="5400000" algn="ctr" rotWithShape="0">
                              <a:srgbClr val="6E747A">
                                <a:alpha val="43000"/>
                              </a:srgbClr>
                            </a:outerShdw>
                          </a:effectLst>
                          <a:latin typeface="Cambria Math" panose="02040503050406030204" charset="0"/>
                          <a:cs typeface="Cambria Math" panose="02040503050406030204" charset="0"/>
                        </a:rPr>
                        <m:t>))</m:t>
                      </m:r>
                    </m:oMath>
                  </m:oMathPara>
                </a14:m>
                <a:endParaRPr lang="en-US" altLang="zh-CN" i="1"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endParaRPr lang="en-US" altLang="zh-CN" i="1"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23" name="文本框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88890" y="3100705"/>
                <a:ext cx="6070600" cy="1188720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文本框 23"/>
          <p:cNvSpPr txBox="1"/>
          <p:nvPr/>
        </p:nvSpPr>
        <p:spPr>
          <a:xfrm>
            <a:off x="6112510" y="2455545"/>
            <a:ext cx="551370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All column vectors in </a:t>
            </a:r>
            <a:r>
              <a:rPr lang="en-US" altLang="zh-CN" i="1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D</a:t>
            </a:r>
            <a:r>
              <a:rPr lang="en-US" altLang="zh-CN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are orthogonal to each other and each has a unit norm.</a:t>
            </a:r>
            <a:endParaRPr lang="en-US" altLang="zh-CN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cxnSp>
        <p:nvCxnSpPr>
          <p:cNvPr id="25" name="直接连接符 24"/>
          <p:cNvCxnSpPr/>
          <p:nvPr/>
        </p:nvCxnSpPr>
        <p:spPr>
          <a:xfrm>
            <a:off x="7108190" y="4178300"/>
            <a:ext cx="958215" cy="63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/>
          <p:cNvCxnSpPr/>
          <p:nvPr/>
        </p:nvCxnSpPr>
        <p:spPr>
          <a:xfrm>
            <a:off x="7108190" y="4241165"/>
            <a:ext cx="958215" cy="317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7" name="文本框 26"/>
              <p:cNvSpPr txBox="1"/>
              <p:nvPr/>
            </p:nvSpPr>
            <p:spPr>
              <a:xfrm>
                <a:off x="6887845" y="3952240"/>
                <a:ext cx="1517015" cy="2806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1200" i="1">
                              <a:solidFill>
                                <a:schemeClr val="accent1"/>
                              </a:solidFill>
                              <a:effectLst>
                                <a:outerShdw blurRad="38100" dist="25400" dir="5400000" algn="ctr" rotWithShape="0">
                                  <a:srgbClr val="6E747A">
                                    <a:alpha val="43000"/>
                                  </a:srgbClr>
                                </a:outerShdw>
                              </a:effectLst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pPr>
                        <m:e>
                          <m:r>
                            <a:rPr lang="en-US" altLang="zh-CN" sz="1200" i="1">
                              <a:solidFill>
                                <a:schemeClr val="accent1"/>
                              </a:solidFill>
                              <a:effectLst>
                                <a:outerShdw blurRad="38100" dist="25400" dir="5400000" algn="ctr" rotWithShape="0">
                                  <a:srgbClr val="6E747A">
                                    <a:alpha val="43000"/>
                                  </a:srgbClr>
                                </a:outerShdw>
                              </a:effectLst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𝐷</m:t>
                          </m:r>
                        </m:e>
                        <m:sup>
                          <m:r>
                            <a:rPr lang="en-US" altLang="zh-CN" sz="1200" i="1">
                              <a:solidFill>
                                <a:schemeClr val="accent1"/>
                              </a:solidFill>
                              <a:effectLst>
                                <a:outerShdw blurRad="38100" dist="25400" dir="5400000" algn="ctr" rotWithShape="0">
                                  <a:srgbClr val="6E747A">
                                    <a:alpha val="43000"/>
                                  </a:srgbClr>
                                </a:outerShdw>
                              </a:effectLst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𝑇</m:t>
                          </m:r>
                        </m:sup>
                      </m:sSup>
                      <m:r>
                        <a:rPr lang="en-US" altLang="zh-CN" sz="1200" i="1">
                          <a:solidFill>
                            <a:schemeClr val="accent1"/>
                          </a:solidFill>
                          <a:effectLst>
                            <a:outerShdw blurRad="38100" dist="25400" dir="5400000" algn="ctr" rotWithShape="0">
                              <a:srgbClr val="6E747A">
                                <a:alpha val="43000"/>
                              </a:srgbClr>
                            </a:outerShdw>
                          </a:effectLst>
                          <a:latin typeface="Cambria Math" panose="02040503050406030204" charset="0"/>
                          <a:cs typeface="Cambria Math" panose="02040503050406030204" charset="0"/>
                        </a:rPr>
                        <m:t>𝐷</m:t>
                      </m:r>
                      <m:r>
                        <a:rPr lang="en-US" altLang="zh-CN" sz="1200" i="1">
                          <a:solidFill>
                            <a:schemeClr val="accent1"/>
                          </a:solidFill>
                          <a:effectLst>
                            <a:outerShdw blurRad="38100" dist="25400" dir="5400000" algn="ctr" rotWithShape="0">
                              <a:srgbClr val="6E747A">
                                <a:alpha val="43000"/>
                              </a:srgbClr>
                            </a:outerShdw>
                          </a:effectLst>
                          <a:latin typeface="Cambria Math" panose="02040503050406030204" charset="0"/>
                          <a:cs typeface="Cambria Math" panose="02040503050406030204" charset="0"/>
                        </a:rPr>
                        <m:t>=</m:t>
                      </m:r>
                      <m:r>
                        <a:rPr lang="en-US" altLang="zh-CN" sz="1200" i="1">
                          <a:solidFill>
                            <a:schemeClr val="accent1"/>
                          </a:solidFill>
                          <a:effectLst>
                            <a:outerShdw blurRad="38100" dist="25400" dir="5400000" algn="ctr" rotWithShape="0">
                              <a:srgbClr val="6E747A">
                                <a:alpha val="43000"/>
                              </a:srgbClr>
                            </a:outerShdw>
                          </a:effectLst>
                          <a:latin typeface="Cambria Math" panose="02040503050406030204" charset="0"/>
                          <a:cs typeface="Cambria Math" panose="02040503050406030204" charset="0"/>
                        </a:rPr>
                        <m:t>𝐼</m:t>
                      </m:r>
                    </m:oMath>
                  </m:oMathPara>
                </a14:m>
                <a:endParaRPr lang="en-US" altLang="zh-CN" sz="1200" i="1"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27" name="文本框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87845" y="3952240"/>
                <a:ext cx="1517015" cy="280670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8" name="文本框 27"/>
              <p:cNvSpPr txBox="1"/>
              <p:nvPr/>
            </p:nvSpPr>
            <p:spPr>
              <a:xfrm>
                <a:off x="7536180" y="3975100"/>
                <a:ext cx="3721735" cy="3606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solidFill>
                                <a:schemeClr val="accent1"/>
                              </a:solidFill>
                              <a:effectLst>
                                <a:outerShdw blurRad="38100" dist="25400" dir="5400000" algn="ctr" rotWithShape="0">
                                  <a:srgbClr val="6E747A">
                                    <a:alpha val="43000"/>
                                  </a:srgbClr>
                                </a:outerShdw>
                              </a:effectLst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solidFill>
                                <a:schemeClr val="accent1"/>
                              </a:solidFill>
                              <a:effectLst>
                                <a:outerShdw blurRad="38100" dist="25400" dir="5400000" algn="ctr" rotWithShape="0">
                                  <a:srgbClr val="6E747A">
                                    <a:alpha val="43000"/>
                                  </a:srgbClr>
                                </a:outerShdw>
                              </a:effectLst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𝑎𝑟𝑔𝑚𝑖𝑛</m:t>
                          </m:r>
                        </m:e>
                        <m:sub>
                          <m:r>
                            <a:rPr lang="en-US" altLang="zh-CN" b="1" i="1">
                              <a:solidFill>
                                <a:schemeClr val="accent1"/>
                              </a:solidFill>
                              <a:effectLst>
                                <a:outerShdw blurRad="38100" dist="25400" dir="5400000" algn="ctr" rotWithShape="0">
                                  <a:srgbClr val="6E747A">
                                    <a:alpha val="43000"/>
                                  </a:srgbClr>
                                </a:outerShdw>
                              </a:effectLst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𝒄</m:t>
                          </m:r>
                        </m:sub>
                      </m:sSub>
                      <m:r>
                        <a:rPr lang="en-US" altLang="zh-CN" i="1">
                          <a:solidFill>
                            <a:schemeClr val="accent1"/>
                          </a:solidFill>
                          <a:effectLst>
                            <a:outerShdw blurRad="38100" dist="25400" dir="5400000" algn="ctr" rotWithShape="0">
                              <a:srgbClr val="6E747A">
                                <a:alpha val="43000"/>
                              </a:srgbClr>
                            </a:outerShdw>
                          </a:effectLst>
                          <a:latin typeface="Cambria Math" panose="02040503050406030204" charset="0"/>
                          <a:cs typeface="Cambria Math" panose="02040503050406030204" charset="0"/>
                        </a:rPr>
                        <m:t>(</m:t>
                      </m:r>
                      <m:r>
                        <a:rPr lang="en-US" altLang="zh-CN" i="1">
                          <a:solidFill>
                            <a:schemeClr val="accent1"/>
                          </a:solidFill>
                          <a:effectLst>
                            <a:outerShdw blurRad="38100" dist="25400" dir="5400000" algn="ctr" rotWithShape="0">
                              <a:srgbClr val="6E747A">
                                <a:alpha val="43000"/>
                              </a:srgbClr>
                            </a:outerShdw>
                          </a:effectLst>
                          <a:latin typeface="Cambria Math" panose="02040503050406030204" charset="0"/>
                          <a:cs typeface="Cambria Math" panose="02040503050406030204" charset="0"/>
                        </a:rPr>
                        <m:t>−</m:t>
                      </m:r>
                      <m:r>
                        <a:rPr lang="en-US" altLang="zh-CN" i="1">
                          <a:solidFill>
                            <a:schemeClr val="accent1"/>
                          </a:solidFill>
                          <a:effectLst>
                            <a:outerShdw blurRad="38100" dist="25400" dir="5400000" algn="ctr" rotWithShape="0">
                              <a:srgbClr val="6E747A">
                                <a:alpha val="43000"/>
                              </a:srgbClr>
                            </a:outerShdw>
                          </a:effectLst>
                          <a:latin typeface="Cambria Math" panose="02040503050406030204" charset="0"/>
                          <a:cs typeface="Cambria Math" panose="02040503050406030204" charset="0"/>
                        </a:rPr>
                        <m:t>2</m:t>
                      </m:r>
                      <m:sSup>
                        <m:sSupPr>
                          <m:ctrlPr>
                            <a:rPr lang="en-US" altLang="zh-CN" i="1">
                              <a:solidFill>
                                <a:schemeClr val="accent1"/>
                              </a:solidFill>
                              <a:effectLst>
                                <a:outerShdw blurRad="38100" dist="25400" dir="5400000" algn="ctr" rotWithShape="0">
                                  <a:srgbClr val="6E747A">
                                    <a:alpha val="43000"/>
                                  </a:srgbClr>
                                </a:outerShdw>
                              </a:effectLst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pPr>
                        <m:e>
                          <m:r>
                            <a:rPr lang="en-US" altLang="zh-CN" b="1" i="1">
                              <a:solidFill>
                                <a:schemeClr val="accent1"/>
                              </a:solidFill>
                              <a:effectLst>
                                <a:outerShdw blurRad="38100" dist="25400" dir="5400000" algn="ctr" rotWithShape="0">
                                  <a:srgbClr val="6E747A">
                                    <a:alpha val="43000"/>
                                  </a:srgbClr>
                                </a:outerShdw>
                              </a:effectLst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𝒙</m:t>
                          </m:r>
                        </m:e>
                        <m:sup>
                          <m:r>
                            <a:rPr lang="en-US" altLang="zh-CN" i="1">
                              <a:solidFill>
                                <a:schemeClr val="accent1"/>
                              </a:solidFill>
                              <a:effectLst>
                                <a:outerShdw blurRad="38100" dist="25400" dir="5400000" algn="ctr" rotWithShape="0">
                                  <a:srgbClr val="6E747A">
                                    <a:alpha val="43000"/>
                                  </a:srgbClr>
                                </a:outerShdw>
                              </a:effectLst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𝑇</m:t>
                          </m:r>
                        </m:sup>
                      </m:sSup>
                      <m:r>
                        <a:rPr lang="en-US" altLang="zh-CN" i="1">
                          <a:solidFill>
                            <a:schemeClr val="accent1"/>
                          </a:solidFill>
                          <a:effectLst>
                            <a:outerShdw blurRad="38100" dist="25400" dir="5400000" algn="ctr" rotWithShape="0">
                              <a:srgbClr val="6E747A">
                                <a:alpha val="43000"/>
                              </a:srgbClr>
                            </a:outerShdw>
                          </a:effectLst>
                          <a:latin typeface="Cambria Math" panose="02040503050406030204" charset="0"/>
                          <a:cs typeface="Cambria Math" panose="02040503050406030204" charset="0"/>
                        </a:rPr>
                        <m:t>𝐷</m:t>
                      </m:r>
                      <m:r>
                        <a:rPr lang="en-US" altLang="zh-CN" b="1" i="1">
                          <a:solidFill>
                            <a:schemeClr val="accent1"/>
                          </a:solidFill>
                          <a:effectLst>
                            <a:outerShdw blurRad="38100" dist="25400" dir="5400000" algn="ctr" rotWithShape="0">
                              <a:srgbClr val="6E747A">
                                <a:alpha val="43000"/>
                              </a:srgbClr>
                            </a:outerShdw>
                          </a:effectLst>
                          <a:latin typeface="Cambria Math" panose="02040503050406030204" charset="0"/>
                          <a:cs typeface="Cambria Math" panose="02040503050406030204" charset="0"/>
                        </a:rPr>
                        <m:t>𝒄</m:t>
                      </m:r>
                      <m:r>
                        <a:rPr lang="en-US" altLang="zh-CN" i="1">
                          <a:solidFill>
                            <a:schemeClr val="accent1"/>
                          </a:solidFill>
                          <a:effectLst>
                            <a:outerShdw blurRad="38100" dist="25400" dir="5400000" algn="ctr" rotWithShape="0">
                              <a:srgbClr val="6E747A">
                                <a:alpha val="43000"/>
                              </a:srgbClr>
                            </a:outerShdw>
                          </a:effectLst>
                          <a:latin typeface="Cambria Math" panose="02040503050406030204" charset="0"/>
                          <a:cs typeface="Cambria Math" panose="02040503050406030204" charset="0"/>
                        </a:rPr>
                        <m:t>+</m:t>
                      </m:r>
                      <m:sSup>
                        <m:sSupPr>
                          <m:ctrlPr>
                            <a:rPr lang="en-US" altLang="zh-CN" i="1">
                              <a:solidFill>
                                <a:schemeClr val="accent1"/>
                              </a:solidFill>
                              <a:effectLst>
                                <a:outerShdw blurRad="38100" dist="25400" dir="5400000" algn="ctr" rotWithShape="0">
                                  <a:srgbClr val="6E747A">
                                    <a:alpha val="43000"/>
                                  </a:srgbClr>
                                </a:outerShdw>
                              </a:effectLst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pPr>
                        <m:e>
                          <m:r>
                            <a:rPr lang="en-US" altLang="zh-CN" b="1" i="1">
                              <a:solidFill>
                                <a:schemeClr val="accent1"/>
                              </a:solidFill>
                              <a:effectLst>
                                <a:outerShdw blurRad="38100" dist="25400" dir="5400000" algn="ctr" rotWithShape="0">
                                  <a:srgbClr val="6E747A">
                                    <a:alpha val="43000"/>
                                  </a:srgbClr>
                                </a:outerShdw>
                              </a:effectLst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𝒄</m:t>
                          </m:r>
                        </m:e>
                        <m:sup>
                          <m:r>
                            <a:rPr lang="en-US" altLang="zh-CN" i="1">
                              <a:solidFill>
                                <a:schemeClr val="accent1"/>
                              </a:solidFill>
                              <a:effectLst>
                                <a:outerShdw blurRad="38100" dist="25400" dir="5400000" algn="ctr" rotWithShape="0">
                                  <a:srgbClr val="6E747A">
                                    <a:alpha val="43000"/>
                                  </a:srgbClr>
                                </a:outerShdw>
                              </a:effectLst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𝑇</m:t>
                          </m:r>
                        </m:sup>
                      </m:sSup>
                      <m:r>
                        <a:rPr lang="en-US" altLang="zh-CN" b="1" i="1">
                          <a:solidFill>
                            <a:schemeClr val="accent1"/>
                          </a:solidFill>
                          <a:effectLst>
                            <a:outerShdw blurRad="38100" dist="25400" dir="5400000" algn="ctr" rotWithShape="0">
                              <a:srgbClr val="6E747A">
                                <a:alpha val="43000"/>
                              </a:srgbClr>
                            </a:outerShdw>
                          </a:effectLst>
                          <a:latin typeface="Cambria Math" panose="02040503050406030204" charset="0"/>
                          <a:cs typeface="Cambria Math" panose="02040503050406030204" charset="0"/>
                        </a:rPr>
                        <m:t>𝒄</m:t>
                      </m:r>
                      <m:r>
                        <a:rPr lang="en-US" altLang="zh-CN" b="1" i="1">
                          <a:solidFill>
                            <a:schemeClr val="accent1"/>
                          </a:solidFill>
                          <a:effectLst>
                            <a:outerShdw blurRad="38100" dist="25400" dir="5400000" algn="ctr" rotWithShape="0">
                              <a:srgbClr val="6E747A">
                                <a:alpha val="43000"/>
                              </a:srgbClr>
                            </a:outerShdw>
                          </a:effectLst>
                          <a:latin typeface="Cambria Math" panose="02040503050406030204" charset="0"/>
                          <a:cs typeface="Cambria Math" panose="02040503050406030204" charset="0"/>
                        </a:rPr>
                        <m:t>)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28" name="文本框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36180" y="3975100"/>
                <a:ext cx="3721735" cy="360680"/>
              </a:xfrm>
              <a:prstGeom prst="rect">
                <a:avLst/>
              </a:prstGeom>
              <a:blipFill rotWithShape="1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9" name="文本框 28"/>
              <p:cNvSpPr txBox="1"/>
              <p:nvPr/>
            </p:nvSpPr>
            <p:spPr>
              <a:xfrm>
                <a:off x="6252845" y="4378960"/>
                <a:ext cx="5017135" cy="3606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solidFill>
                                <a:schemeClr val="accent1"/>
                              </a:solidFill>
                              <a:effectLst>
                                <a:outerShdw blurRad="38100" dist="25400" dir="5400000" algn="ctr" rotWithShape="0">
                                  <a:srgbClr val="6E747A">
                                    <a:alpha val="43000"/>
                                  </a:srgbClr>
                                </a:outerShdw>
                              </a:effectLst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solidFill>
                                <a:schemeClr val="accent1"/>
                              </a:solidFill>
                              <a:effectLst>
                                <a:outerShdw blurRad="38100" dist="25400" dir="5400000" algn="ctr" rotWithShape="0">
                                  <a:srgbClr val="6E747A">
                                    <a:alpha val="43000"/>
                                  </a:srgbClr>
                                </a:outerShdw>
                              </a:effectLst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𝛻</m:t>
                          </m:r>
                        </m:e>
                        <m:sub>
                          <m:r>
                            <a:rPr lang="en-US" altLang="zh-CN" b="1" i="1">
                              <a:solidFill>
                                <a:schemeClr val="accent1"/>
                              </a:solidFill>
                              <a:effectLst>
                                <a:outerShdw blurRad="38100" dist="25400" dir="5400000" algn="ctr" rotWithShape="0">
                                  <a:srgbClr val="6E747A">
                                    <a:alpha val="43000"/>
                                  </a:srgbClr>
                                </a:outerShdw>
                              </a:effectLst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𝒄</m:t>
                          </m:r>
                        </m:sub>
                      </m:sSub>
                      <m:r>
                        <a:rPr lang="en-US" altLang="zh-CN" i="1">
                          <a:solidFill>
                            <a:schemeClr val="accent1"/>
                          </a:solidFill>
                          <a:effectLst>
                            <a:outerShdw blurRad="38100" dist="25400" dir="5400000" algn="ctr" rotWithShape="0">
                              <a:srgbClr val="6E747A">
                                <a:alpha val="43000"/>
                              </a:srgbClr>
                            </a:outerShdw>
                          </a:effectLst>
                          <a:latin typeface="Cambria Math" panose="02040503050406030204" charset="0"/>
                          <a:cs typeface="Cambria Math" panose="02040503050406030204" charset="0"/>
                        </a:rPr>
                        <m:t>(</m:t>
                      </m:r>
                      <m:r>
                        <a:rPr lang="en-US" altLang="zh-CN" i="1">
                          <a:solidFill>
                            <a:schemeClr val="accent1"/>
                          </a:solidFill>
                          <a:effectLst>
                            <a:outerShdw blurRad="38100" dist="25400" dir="5400000" algn="ctr" rotWithShape="0">
                              <a:srgbClr val="6E747A">
                                <a:alpha val="43000"/>
                              </a:srgbClr>
                            </a:outerShdw>
                          </a:effectLst>
                          <a:latin typeface="Cambria Math" panose="02040503050406030204" charset="0"/>
                          <a:cs typeface="Cambria Math" panose="02040503050406030204" charset="0"/>
                        </a:rPr>
                        <m:t>−</m:t>
                      </m:r>
                      <m:r>
                        <a:rPr lang="en-US" altLang="zh-CN" i="1">
                          <a:solidFill>
                            <a:schemeClr val="accent1"/>
                          </a:solidFill>
                          <a:effectLst>
                            <a:outerShdw blurRad="38100" dist="25400" dir="5400000" algn="ctr" rotWithShape="0">
                              <a:srgbClr val="6E747A">
                                <a:alpha val="43000"/>
                              </a:srgbClr>
                            </a:outerShdw>
                          </a:effectLst>
                          <a:latin typeface="Cambria Math" panose="02040503050406030204" charset="0"/>
                          <a:cs typeface="Cambria Math" panose="02040503050406030204" charset="0"/>
                        </a:rPr>
                        <m:t>2</m:t>
                      </m:r>
                      <m:sSup>
                        <m:sSupPr>
                          <m:ctrlPr>
                            <a:rPr lang="en-US" altLang="zh-CN" i="1">
                              <a:solidFill>
                                <a:schemeClr val="accent1"/>
                              </a:solidFill>
                              <a:effectLst>
                                <a:outerShdw blurRad="38100" dist="25400" dir="5400000" algn="ctr" rotWithShape="0">
                                  <a:srgbClr val="6E747A">
                                    <a:alpha val="43000"/>
                                  </a:srgbClr>
                                </a:outerShdw>
                              </a:effectLst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pPr>
                        <m:e>
                          <m:r>
                            <a:rPr lang="en-US" altLang="zh-CN" b="1" i="1">
                              <a:solidFill>
                                <a:schemeClr val="accent1"/>
                              </a:solidFill>
                              <a:effectLst>
                                <a:outerShdw blurRad="38100" dist="25400" dir="5400000" algn="ctr" rotWithShape="0">
                                  <a:srgbClr val="6E747A">
                                    <a:alpha val="43000"/>
                                  </a:srgbClr>
                                </a:outerShdw>
                              </a:effectLst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𝒙</m:t>
                          </m:r>
                        </m:e>
                        <m:sup>
                          <m:r>
                            <a:rPr lang="en-US" altLang="zh-CN" i="1">
                              <a:solidFill>
                                <a:schemeClr val="accent1"/>
                              </a:solidFill>
                              <a:effectLst>
                                <a:outerShdw blurRad="38100" dist="25400" dir="5400000" algn="ctr" rotWithShape="0">
                                  <a:srgbClr val="6E747A">
                                    <a:alpha val="43000"/>
                                  </a:srgbClr>
                                </a:outerShdw>
                              </a:effectLst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𝑇</m:t>
                          </m:r>
                        </m:sup>
                      </m:sSup>
                      <m:r>
                        <a:rPr lang="en-US" altLang="zh-CN" i="1">
                          <a:solidFill>
                            <a:schemeClr val="accent1"/>
                          </a:solidFill>
                          <a:effectLst>
                            <a:outerShdw blurRad="38100" dist="25400" dir="5400000" algn="ctr" rotWithShape="0">
                              <a:srgbClr val="6E747A">
                                <a:alpha val="43000"/>
                              </a:srgbClr>
                            </a:outerShdw>
                          </a:effectLst>
                          <a:latin typeface="Cambria Math" panose="02040503050406030204" charset="0"/>
                          <a:cs typeface="Cambria Math" panose="02040503050406030204" charset="0"/>
                        </a:rPr>
                        <m:t>𝐷</m:t>
                      </m:r>
                      <m:r>
                        <a:rPr lang="en-US" altLang="zh-CN" b="1" i="1">
                          <a:solidFill>
                            <a:schemeClr val="accent1"/>
                          </a:solidFill>
                          <a:effectLst>
                            <a:outerShdw blurRad="38100" dist="25400" dir="5400000" algn="ctr" rotWithShape="0">
                              <a:srgbClr val="6E747A">
                                <a:alpha val="43000"/>
                              </a:srgbClr>
                            </a:outerShdw>
                          </a:effectLst>
                          <a:latin typeface="Cambria Math" panose="02040503050406030204" charset="0"/>
                          <a:cs typeface="Cambria Math" panose="02040503050406030204" charset="0"/>
                        </a:rPr>
                        <m:t>𝒄</m:t>
                      </m:r>
                      <m:r>
                        <a:rPr lang="en-US" altLang="zh-CN" i="1">
                          <a:solidFill>
                            <a:schemeClr val="accent1"/>
                          </a:solidFill>
                          <a:effectLst>
                            <a:outerShdw blurRad="38100" dist="25400" dir="5400000" algn="ctr" rotWithShape="0">
                              <a:srgbClr val="6E747A">
                                <a:alpha val="43000"/>
                              </a:srgbClr>
                            </a:outerShdw>
                          </a:effectLst>
                          <a:latin typeface="Cambria Math" panose="02040503050406030204" charset="0"/>
                          <a:cs typeface="Cambria Math" panose="02040503050406030204" charset="0"/>
                        </a:rPr>
                        <m:t>+</m:t>
                      </m:r>
                      <m:sSup>
                        <m:sSupPr>
                          <m:ctrlPr>
                            <a:rPr lang="en-US" altLang="zh-CN" i="1">
                              <a:solidFill>
                                <a:schemeClr val="accent1"/>
                              </a:solidFill>
                              <a:effectLst>
                                <a:outerShdw blurRad="38100" dist="25400" dir="5400000" algn="ctr" rotWithShape="0">
                                  <a:srgbClr val="6E747A">
                                    <a:alpha val="43000"/>
                                  </a:srgbClr>
                                </a:outerShdw>
                              </a:effectLst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pPr>
                        <m:e>
                          <m:r>
                            <a:rPr lang="en-US" altLang="zh-CN" b="1" i="1">
                              <a:solidFill>
                                <a:schemeClr val="accent1"/>
                              </a:solidFill>
                              <a:effectLst>
                                <a:outerShdw blurRad="38100" dist="25400" dir="5400000" algn="ctr" rotWithShape="0">
                                  <a:srgbClr val="6E747A">
                                    <a:alpha val="43000"/>
                                  </a:srgbClr>
                                </a:outerShdw>
                              </a:effectLst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𝒄</m:t>
                          </m:r>
                        </m:e>
                        <m:sup>
                          <m:r>
                            <a:rPr lang="en-US" altLang="zh-CN" i="1">
                              <a:solidFill>
                                <a:schemeClr val="accent1"/>
                              </a:solidFill>
                              <a:effectLst>
                                <a:outerShdw blurRad="38100" dist="25400" dir="5400000" algn="ctr" rotWithShape="0">
                                  <a:srgbClr val="6E747A">
                                    <a:alpha val="43000"/>
                                  </a:srgbClr>
                                </a:outerShdw>
                              </a:effectLst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𝑇</m:t>
                          </m:r>
                        </m:sup>
                      </m:sSup>
                      <m:r>
                        <a:rPr lang="en-US" altLang="zh-CN" b="1" i="1">
                          <a:solidFill>
                            <a:schemeClr val="accent1"/>
                          </a:solidFill>
                          <a:effectLst>
                            <a:outerShdw blurRad="38100" dist="25400" dir="5400000" algn="ctr" rotWithShape="0">
                              <a:srgbClr val="6E747A">
                                <a:alpha val="43000"/>
                              </a:srgbClr>
                            </a:outerShdw>
                          </a:effectLst>
                          <a:latin typeface="Cambria Math" panose="02040503050406030204" charset="0"/>
                          <a:cs typeface="Cambria Math" panose="02040503050406030204" charset="0"/>
                        </a:rPr>
                        <m:t>𝒄</m:t>
                      </m:r>
                      <m:r>
                        <a:rPr lang="en-US" altLang="zh-CN" b="1" i="1">
                          <a:solidFill>
                            <a:schemeClr val="accent1"/>
                          </a:solidFill>
                          <a:effectLst>
                            <a:outerShdw blurRad="38100" dist="25400" dir="5400000" algn="ctr" rotWithShape="0">
                              <a:srgbClr val="6E747A">
                                <a:alpha val="43000"/>
                              </a:srgbClr>
                            </a:outerShdw>
                          </a:effectLst>
                          <a:latin typeface="Cambria Math" panose="02040503050406030204" charset="0"/>
                          <a:cs typeface="Cambria Math" panose="02040503050406030204" charset="0"/>
                        </a:rPr>
                        <m:t>)=</m:t>
                      </m:r>
                      <m:r>
                        <a:rPr lang="en-US" altLang="zh-CN" b="1" i="1">
                          <a:solidFill>
                            <a:schemeClr val="accent1"/>
                          </a:solidFill>
                          <a:effectLst>
                            <a:outerShdw blurRad="38100" dist="25400" dir="5400000" algn="ctr" rotWithShape="0">
                              <a:srgbClr val="6E747A">
                                <a:alpha val="43000"/>
                              </a:srgbClr>
                            </a:outerShdw>
                          </a:effectLst>
                          <a:latin typeface="Cambria Math" panose="02040503050406030204" charset="0"/>
                          <a:cs typeface="Cambria Math" panose="02040503050406030204" charset="0"/>
                        </a:rPr>
                        <m:t>𝟎</m:t>
                      </m:r>
                    </m:oMath>
                  </m:oMathPara>
                </a14:m>
                <a:endParaRPr lang="en-US" altLang="zh-CN" b="1" i="1"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29" name="文本框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52845" y="4378960"/>
                <a:ext cx="5017135" cy="360680"/>
              </a:xfrm>
              <a:prstGeom prst="rect">
                <a:avLst/>
              </a:prstGeom>
              <a:blipFill rotWithShape="1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0" name="文本框 29"/>
              <p:cNvSpPr txBox="1"/>
              <p:nvPr/>
            </p:nvSpPr>
            <p:spPr>
              <a:xfrm>
                <a:off x="7536180" y="4739640"/>
                <a:ext cx="2450465" cy="3797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b="1" i="1">
                              <a:solidFill>
                                <a:schemeClr val="accent1"/>
                              </a:solidFill>
                              <a:effectLst>
                                <a:outerShdw blurRad="38100" dist="25400" dir="5400000" algn="ctr" rotWithShape="0">
                                  <a:srgbClr val="6E747A">
                                    <a:alpha val="43000"/>
                                  </a:srgbClr>
                                </a:outerShdw>
                              </a:effectLst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pPr>
                        <m:e>
                          <m:r>
                            <a:rPr lang="en-US" altLang="zh-CN" b="1" i="1">
                              <a:solidFill>
                                <a:schemeClr val="accent1"/>
                              </a:solidFill>
                              <a:effectLst>
                                <a:outerShdw blurRad="38100" dist="25400" dir="5400000" algn="ctr" rotWithShape="0">
                                  <a:srgbClr val="6E747A">
                                    <a:alpha val="43000"/>
                                  </a:srgbClr>
                                </a:outerShdw>
                              </a:effectLst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𝒄</m:t>
                          </m:r>
                        </m:e>
                        <m:sup>
                          <m:r>
                            <a:rPr lang="en-US" altLang="zh-CN" b="1" i="1">
                              <a:solidFill>
                                <a:schemeClr val="accent1"/>
                              </a:solidFill>
                              <a:effectLst>
                                <a:outerShdw blurRad="38100" dist="25400" dir="5400000" algn="ctr" rotWithShape="0">
                                  <a:srgbClr val="6E747A">
                                    <a:alpha val="43000"/>
                                  </a:srgbClr>
                                </a:outerShdw>
                              </a:effectLst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∗</m:t>
                          </m:r>
                        </m:sup>
                      </m:sSup>
                      <m:r>
                        <a:rPr lang="en-US" altLang="zh-CN" i="1">
                          <a:solidFill>
                            <a:schemeClr val="accent1"/>
                          </a:solidFill>
                          <a:effectLst>
                            <a:outerShdw blurRad="38100" dist="25400" dir="5400000" algn="ctr" rotWithShape="0">
                              <a:srgbClr val="6E747A">
                                <a:alpha val="43000"/>
                              </a:srgbClr>
                            </a:outerShdw>
                          </a:effectLst>
                          <a:latin typeface="Cambria Math" panose="02040503050406030204" charset="0"/>
                          <a:cs typeface="Cambria Math" panose="02040503050406030204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i="1">
                              <a:solidFill>
                                <a:schemeClr val="accent1"/>
                              </a:solidFill>
                              <a:effectLst>
                                <a:outerShdw blurRad="38100" dist="25400" dir="5400000" algn="ctr" rotWithShape="0">
                                  <a:srgbClr val="6E747A">
                                    <a:alpha val="43000"/>
                                  </a:srgbClr>
                                </a:outerShdw>
                              </a:effectLst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solidFill>
                                <a:schemeClr val="accent1"/>
                              </a:solidFill>
                              <a:effectLst>
                                <a:outerShdw blurRad="38100" dist="25400" dir="5400000" algn="ctr" rotWithShape="0">
                                  <a:srgbClr val="6E747A">
                                    <a:alpha val="43000"/>
                                  </a:srgbClr>
                                </a:outerShdw>
                              </a:effectLst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𝐷</m:t>
                          </m:r>
                        </m:e>
                        <m:sup>
                          <m:r>
                            <a:rPr lang="en-US" altLang="zh-CN" i="1">
                              <a:solidFill>
                                <a:schemeClr val="accent1"/>
                              </a:solidFill>
                              <a:effectLst>
                                <a:outerShdw blurRad="38100" dist="25400" dir="5400000" algn="ctr" rotWithShape="0">
                                  <a:srgbClr val="6E747A">
                                    <a:alpha val="43000"/>
                                  </a:srgbClr>
                                </a:outerShdw>
                              </a:effectLst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𝑇</m:t>
                          </m:r>
                        </m:sup>
                      </m:sSup>
                      <m:r>
                        <a:rPr lang="en-US" altLang="zh-CN" b="1" i="1">
                          <a:solidFill>
                            <a:schemeClr val="accent1"/>
                          </a:solidFill>
                          <a:effectLst>
                            <a:outerShdw blurRad="38100" dist="25400" dir="5400000" algn="ctr" rotWithShape="0">
                              <a:srgbClr val="6E747A">
                                <a:alpha val="43000"/>
                              </a:srgbClr>
                            </a:outerShdw>
                          </a:effectLst>
                          <a:latin typeface="Cambria Math" panose="02040503050406030204" charset="0"/>
                          <a:cs typeface="Cambria Math" panose="02040503050406030204" charset="0"/>
                        </a:rPr>
                        <m:t>𝒙</m:t>
                      </m:r>
                    </m:oMath>
                  </m:oMathPara>
                </a14:m>
                <a:endParaRPr lang="zh-CN" altLang="en-US" b="1"/>
              </a:p>
            </p:txBody>
          </p:sp>
        </mc:Choice>
        <mc:Fallback>
          <p:sp>
            <p:nvSpPr>
              <p:cNvPr id="30" name="文本框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36180" y="4739640"/>
                <a:ext cx="2450465" cy="379730"/>
              </a:xfrm>
              <a:prstGeom prst="rect">
                <a:avLst/>
              </a:prstGeom>
              <a:blipFill rotWithShape="1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1" name="文本框 30"/>
              <p:cNvSpPr txBox="1"/>
              <p:nvPr/>
            </p:nvSpPr>
            <p:spPr>
              <a:xfrm>
                <a:off x="6230620" y="4998720"/>
                <a:ext cx="4885690" cy="3784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>
                    <a:solidFill>
                      <a:schemeClr val="accent1"/>
                    </a:solidFill>
                    <a:effectLst>
                      <a:outerShdw blurRad="38100" dist="25400" dir="5400000" algn="ctr" rotWithShape="0">
                        <a:srgbClr val="6E747A">
                          <a:alpha val="43000"/>
                        </a:srgbClr>
                      </a:outerShdw>
                    </a:effectLst>
                  </a:rPr>
                  <a:t>We define </a:t>
                </a:r>
                <a14:m>
                  <m:oMath xmlns:m="http://schemas.openxmlformats.org/officeDocument/2006/math">
                    <m:r>
                      <a:rPr lang="en-US" altLang="zh-CN" i="1">
                        <a:solidFill>
                          <a:schemeClr val="accent1"/>
                        </a:solidFill>
                        <a:effectLst>
                          <a:outerShdw blurRad="38100" dist="25400" dir="5400000" algn="ctr" rotWithShape="0">
                            <a:srgbClr val="6E747A">
                              <a:alpha val="43000"/>
                            </a:srgbClr>
                          </a:outerShdw>
                        </a:effectLst>
                        <a:latin typeface="Cambria Math" panose="02040503050406030204" charset="0"/>
                        <a:cs typeface="Cambria Math" panose="02040503050406030204" charset="0"/>
                      </a:rPr>
                      <m:t>𝑟</m:t>
                    </m:r>
                    <m:r>
                      <a:rPr lang="en-US" altLang="zh-CN" i="1">
                        <a:solidFill>
                          <a:schemeClr val="accent1"/>
                        </a:solidFill>
                        <a:effectLst>
                          <a:outerShdw blurRad="38100" dist="25400" dir="5400000" algn="ctr" rotWithShape="0">
                            <a:srgbClr val="6E747A">
                              <a:alpha val="43000"/>
                            </a:srgbClr>
                          </a:outerShdw>
                        </a:effectLst>
                        <a:latin typeface="Cambria Math" panose="02040503050406030204" charset="0"/>
                        <a:cs typeface="Cambria Math" panose="02040503050406030204" charset="0"/>
                      </a:rPr>
                      <m:t>(</m:t>
                    </m:r>
                    <m:r>
                      <a:rPr lang="en-US" altLang="zh-CN" b="1" i="1">
                        <a:solidFill>
                          <a:schemeClr val="accent1"/>
                        </a:solidFill>
                        <a:effectLst>
                          <a:outerShdw blurRad="38100" dist="25400" dir="5400000" algn="ctr" rotWithShape="0">
                            <a:srgbClr val="6E747A">
                              <a:alpha val="43000"/>
                            </a:srgbClr>
                          </a:outerShdw>
                        </a:effectLst>
                        <a:latin typeface="Cambria Math" panose="02040503050406030204" charset="0"/>
                        <a:cs typeface="Cambria Math" panose="02040503050406030204" charset="0"/>
                      </a:rPr>
                      <m:t>𝒙</m:t>
                    </m:r>
                    <m:r>
                      <a:rPr lang="en-US" altLang="zh-CN" i="1">
                        <a:solidFill>
                          <a:schemeClr val="accent1"/>
                        </a:solidFill>
                        <a:effectLst>
                          <a:outerShdw blurRad="38100" dist="25400" dir="5400000" algn="ctr" rotWithShape="0">
                            <a:srgbClr val="6E747A">
                              <a:alpha val="43000"/>
                            </a:srgbClr>
                          </a:outerShdw>
                        </a:effectLst>
                        <a:latin typeface="Cambria Math" panose="02040503050406030204" charset="0"/>
                        <a:cs typeface="Cambria Math" panose="02040503050406030204" charset="0"/>
                      </a:rPr>
                      <m:t>)</m:t>
                    </m:r>
                    <m:r>
                      <a:rPr lang="en-US" altLang="zh-CN" i="1">
                        <a:solidFill>
                          <a:schemeClr val="accent1"/>
                        </a:solidFill>
                        <a:effectLst>
                          <a:outerShdw blurRad="38100" dist="25400" dir="5400000" algn="ctr" rotWithShape="0">
                            <a:srgbClr val="6E747A">
                              <a:alpha val="43000"/>
                            </a:srgbClr>
                          </a:outerShdw>
                        </a:effectLst>
                        <a:latin typeface="Cambria Math" panose="02040503050406030204" charset="0"/>
                        <a:cs typeface="Cambria Math" panose="02040503050406030204" charset="0"/>
                      </a:rPr>
                      <m:t>≝</m:t>
                    </m:r>
                    <m:r>
                      <a:rPr lang="en-US" altLang="zh-CN" i="1">
                        <a:solidFill>
                          <a:schemeClr val="accent1"/>
                        </a:solidFill>
                        <a:effectLst>
                          <a:outerShdw blurRad="38100" dist="25400" dir="5400000" algn="ctr" rotWithShape="0">
                            <a:srgbClr val="6E747A">
                              <a:alpha val="43000"/>
                            </a:srgbClr>
                          </a:outerShdw>
                        </a:effectLst>
                        <a:latin typeface="Cambria Math" panose="02040503050406030204" charset="0"/>
                        <a:cs typeface="Cambria Math" panose="02040503050406030204" charset="0"/>
                      </a:rPr>
                      <m:t>𝑔</m:t>
                    </m:r>
                    <m:r>
                      <a:rPr lang="en-US" altLang="zh-CN" i="1">
                        <a:solidFill>
                          <a:schemeClr val="accent1"/>
                        </a:solidFill>
                        <a:effectLst>
                          <a:outerShdw blurRad="38100" dist="25400" dir="5400000" algn="ctr" rotWithShape="0">
                            <a:srgbClr val="6E747A">
                              <a:alpha val="43000"/>
                            </a:srgbClr>
                          </a:outerShdw>
                        </a:effectLst>
                        <a:latin typeface="Cambria Math" panose="02040503050406030204" charset="0"/>
                        <a:cs typeface="Cambria Math" panose="02040503050406030204" charset="0"/>
                      </a:rPr>
                      <m:t>(</m:t>
                    </m:r>
                    <m:r>
                      <a:rPr lang="en-US" altLang="zh-CN" i="1">
                        <a:solidFill>
                          <a:schemeClr val="accent1"/>
                        </a:solidFill>
                        <a:effectLst>
                          <a:outerShdw blurRad="38100" dist="25400" dir="5400000" algn="ctr" rotWithShape="0">
                            <a:srgbClr val="6E747A">
                              <a:alpha val="43000"/>
                            </a:srgbClr>
                          </a:outerShdw>
                        </a:effectLst>
                        <a:latin typeface="Cambria Math" panose="02040503050406030204" charset="0"/>
                        <a:cs typeface="Cambria Math" panose="02040503050406030204" charset="0"/>
                      </a:rPr>
                      <m:t>𝑓</m:t>
                    </m:r>
                    <m:r>
                      <a:rPr lang="en-US" altLang="zh-CN" i="1">
                        <a:solidFill>
                          <a:schemeClr val="accent1"/>
                        </a:solidFill>
                        <a:effectLst>
                          <a:outerShdw blurRad="38100" dist="25400" dir="5400000" algn="ctr" rotWithShape="0">
                            <a:srgbClr val="6E747A">
                              <a:alpha val="43000"/>
                            </a:srgbClr>
                          </a:outerShdw>
                        </a:effectLst>
                        <a:latin typeface="Cambria Math" panose="02040503050406030204" charset="0"/>
                        <a:cs typeface="Cambria Math" panose="02040503050406030204" charset="0"/>
                      </a:rPr>
                      <m:t>(</m:t>
                    </m:r>
                    <m:r>
                      <a:rPr lang="en-US" altLang="zh-CN" b="1" i="1">
                        <a:solidFill>
                          <a:schemeClr val="accent1"/>
                        </a:solidFill>
                        <a:effectLst>
                          <a:outerShdw blurRad="38100" dist="25400" dir="5400000" algn="ctr" rotWithShape="0">
                            <a:srgbClr val="6E747A">
                              <a:alpha val="43000"/>
                            </a:srgbClr>
                          </a:outerShdw>
                        </a:effectLst>
                        <a:latin typeface="Cambria Math" panose="02040503050406030204" charset="0"/>
                        <a:cs typeface="Cambria Math" panose="02040503050406030204" charset="0"/>
                      </a:rPr>
                      <m:t>𝒙</m:t>
                    </m:r>
                    <m:r>
                      <a:rPr lang="en-US" altLang="zh-CN" i="1">
                        <a:solidFill>
                          <a:schemeClr val="accent1"/>
                        </a:solidFill>
                        <a:effectLst>
                          <a:outerShdw blurRad="38100" dist="25400" dir="5400000" algn="ctr" rotWithShape="0">
                            <a:srgbClr val="6E747A">
                              <a:alpha val="43000"/>
                            </a:srgbClr>
                          </a:outerShdw>
                        </a:effectLst>
                        <a:latin typeface="Cambria Math" panose="02040503050406030204" charset="0"/>
                        <a:cs typeface="Cambria Math" panose="02040503050406030204" charset="0"/>
                      </a:rPr>
                      <m:t>))=</m:t>
                    </m:r>
                    <m:r>
                      <a:rPr lang="en-US" altLang="zh-CN" i="1">
                        <a:solidFill>
                          <a:schemeClr val="accent1"/>
                        </a:solidFill>
                        <a:effectLst>
                          <a:outerShdw blurRad="38100" dist="25400" dir="5400000" algn="ctr" rotWithShape="0">
                            <a:srgbClr val="6E747A">
                              <a:alpha val="43000"/>
                            </a:srgbClr>
                          </a:outerShdw>
                        </a:effectLst>
                        <a:latin typeface="Cambria Math" panose="02040503050406030204" charset="0"/>
                        <a:cs typeface="Cambria Math" panose="02040503050406030204" charset="0"/>
                      </a:rPr>
                      <m:t>𝐷</m:t>
                    </m:r>
                    <m:sSup>
                      <m:sSupPr>
                        <m:ctrlPr>
                          <a:rPr lang="en-US" altLang="zh-CN" i="1">
                            <a:solidFill>
                              <a:schemeClr val="accent1"/>
                            </a:solidFill>
                            <a:effectLst>
                              <a:outerShdw blurRad="38100" dist="25400" dir="5400000" algn="ctr" rotWithShape="0">
                                <a:srgbClr val="6E747A">
                                  <a:alpha val="43000"/>
                                </a:srgbClr>
                              </a:outerShdw>
                            </a:effectLst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pPr>
                      <m:e>
                        <m:r>
                          <a:rPr lang="en-US" altLang="zh-CN" i="1">
                            <a:solidFill>
                              <a:schemeClr val="accent1"/>
                            </a:solidFill>
                            <a:effectLst>
                              <a:outerShdw blurRad="38100" dist="25400" dir="5400000" algn="ctr" rotWithShape="0">
                                <a:srgbClr val="6E747A">
                                  <a:alpha val="43000"/>
                                </a:srgbClr>
                              </a:outerShdw>
                            </a:effectLst>
                            <a:latin typeface="Cambria Math" panose="02040503050406030204" charset="0"/>
                            <a:cs typeface="Cambria Math" panose="02040503050406030204" charset="0"/>
                          </a:rPr>
                          <m:t>𝐷</m:t>
                        </m:r>
                      </m:e>
                      <m:sup>
                        <m:r>
                          <a:rPr lang="en-US" altLang="zh-CN" i="1">
                            <a:solidFill>
                              <a:schemeClr val="accent1"/>
                            </a:solidFill>
                            <a:effectLst>
                              <a:outerShdw blurRad="38100" dist="25400" dir="5400000" algn="ctr" rotWithShape="0">
                                <a:srgbClr val="6E747A">
                                  <a:alpha val="43000"/>
                                </a:srgbClr>
                              </a:outerShdw>
                            </a:effectLst>
                            <a:latin typeface="Cambria Math" panose="02040503050406030204" charset="0"/>
                            <a:cs typeface="Cambria Math" panose="02040503050406030204" charset="0"/>
                          </a:rPr>
                          <m:t>𝑇</m:t>
                        </m:r>
                      </m:sup>
                    </m:sSup>
                    <m:r>
                      <a:rPr lang="en-US" altLang="zh-CN" b="1" i="1">
                        <a:solidFill>
                          <a:schemeClr val="accent1"/>
                        </a:solidFill>
                        <a:effectLst>
                          <a:outerShdw blurRad="38100" dist="25400" dir="5400000" algn="ctr" rotWithShape="0">
                            <a:srgbClr val="6E747A">
                              <a:alpha val="43000"/>
                            </a:srgbClr>
                          </a:outerShdw>
                        </a:effectLst>
                        <a:latin typeface="Cambria Math" panose="02040503050406030204" charset="0"/>
                        <a:cs typeface="Cambria Math" panose="02040503050406030204" charset="0"/>
                      </a:rPr>
                      <m:t>𝒙</m:t>
                    </m:r>
                  </m:oMath>
                </a14:m>
                <a:endParaRPr lang="en-US" altLang="zh-CN" b="1" i="1"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31" name="文本框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30620" y="4998720"/>
                <a:ext cx="4885690" cy="378460"/>
              </a:xfrm>
              <a:prstGeom prst="rect">
                <a:avLst/>
              </a:prstGeom>
              <a:blipFill rotWithShape="1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2" name="文本框 31"/>
              <p:cNvSpPr txBox="1"/>
              <p:nvPr/>
            </p:nvSpPr>
            <p:spPr>
              <a:xfrm>
                <a:off x="5184140" y="5377180"/>
                <a:ext cx="7116445" cy="6699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>
                    <a:solidFill>
                      <a:schemeClr val="accent1"/>
                    </a:solidFill>
                    <a:effectLst>
                      <a:outerShdw blurRad="38100" dist="25400" dir="5400000" algn="ctr" rotWithShape="0">
                        <a:srgbClr val="6E747A">
                          <a:alpha val="43000"/>
                        </a:srgbClr>
                      </a:outerShdw>
                    </a:effectLst>
                  </a:rPr>
                  <a:t>           We struct Confusion Matrix:</a:t>
                </a:r>
                <a:endParaRPr lang="en-US" altLang="zh-CN"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endParaRPr>
              </a:p>
              <a:p>
                <a:pPr algn="ctr"/>
                <a:r>
                  <a:rPr lang="en-US" altLang="zh-CN">
                    <a:solidFill>
                      <a:schemeClr val="accent1"/>
                    </a:solidFill>
                    <a:effectLst>
                      <a:outerShdw blurRad="38100" dist="25400" dir="5400000" algn="ctr" rotWithShape="0">
                        <a:srgbClr val="6E747A">
                          <a:alpha val="43000"/>
                        </a:srgbClr>
                      </a:outerShdw>
                    </a:effectLst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solidFill>
                          <a:schemeClr val="accent1"/>
                        </a:solidFill>
                        <a:effectLst>
                          <a:outerShdw blurRad="38100" dist="25400" dir="5400000" algn="ctr" rotWithShape="0">
                            <a:srgbClr val="6E747A">
                              <a:alpha val="43000"/>
                            </a:srgbClr>
                          </a:outerShdw>
                        </a:effectLst>
                        <a:latin typeface="Cambria Math" panose="02040503050406030204" charset="0"/>
                        <a:cs typeface="Cambria Math" panose="02040503050406030204" charset="0"/>
                      </a:rPr>
                      <m:t>𝐶</m:t>
                    </m:r>
                    <m:r>
                      <a:rPr lang="en-US" altLang="zh-CN" i="1">
                        <a:solidFill>
                          <a:schemeClr val="accent1"/>
                        </a:solidFill>
                        <a:effectLst>
                          <a:outerShdw blurRad="38100" dist="25400" dir="5400000" algn="ctr" rotWithShape="0">
                            <a:srgbClr val="6E747A">
                              <a:alpha val="43000"/>
                            </a:srgbClr>
                          </a:outerShdw>
                        </a:effectLst>
                        <a:latin typeface="Cambria Math" panose="02040503050406030204" charset="0"/>
                        <a:cs typeface="Cambria Math" panose="02040503050406030204" charset="0"/>
                      </a:rPr>
                      <m:t>=(</m:t>
                    </m:r>
                    <m:sSup>
                      <m:sSupPr>
                        <m:ctrlPr>
                          <a:rPr lang="en-US" altLang="zh-CN" i="1">
                            <a:solidFill>
                              <a:schemeClr val="accent1"/>
                            </a:solidFill>
                            <a:effectLst>
                              <a:outerShdw blurRad="38100" dist="25400" dir="5400000" algn="ctr" rotWithShape="0">
                                <a:srgbClr val="6E747A">
                                  <a:alpha val="43000"/>
                                </a:srgbClr>
                              </a:outerShdw>
                            </a:effectLst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pPr>
                      <m:e>
                        <m:r>
                          <a:rPr lang="en-US" altLang="zh-CN" b="1" i="1">
                            <a:solidFill>
                              <a:schemeClr val="accent1"/>
                            </a:solidFill>
                            <a:effectLst>
                              <a:outerShdw blurRad="38100" dist="25400" dir="5400000" algn="ctr" rotWithShape="0">
                                <a:srgbClr val="6E747A">
                                  <a:alpha val="43000"/>
                                </a:srgbClr>
                              </a:outerShdw>
                            </a:effectLst>
                            <a:latin typeface="Cambria Math" panose="02040503050406030204" charset="0"/>
                            <a:cs typeface="Cambria Math" panose="02040503050406030204" charset="0"/>
                          </a:rPr>
                          <m:t>𝒙</m:t>
                        </m:r>
                      </m:e>
                      <m:sup>
                        <m:r>
                          <a:rPr lang="en-US" altLang="zh-CN" b="1" i="1">
                            <a:solidFill>
                              <a:schemeClr val="accent1"/>
                            </a:solidFill>
                            <a:effectLst>
                              <a:outerShdw blurRad="38100" dist="25400" dir="5400000" algn="ctr" rotWithShape="0">
                                <a:srgbClr val="6E747A">
                                  <a:alpha val="43000"/>
                                </a:srgbClr>
                              </a:outerShdw>
                            </a:effectLst>
                            <a:latin typeface="Cambria Math" panose="02040503050406030204" charset="0"/>
                            <a:cs typeface="Cambria Math" panose="02040503050406030204" charset="0"/>
                          </a:rPr>
                          <m:t>(</m:t>
                        </m:r>
                        <m:r>
                          <a:rPr lang="en-US" altLang="zh-CN" b="1" i="1">
                            <a:solidFill>
                              <a:schemeClr val="accent1"/>
                            </a:solidFill>
                            <a:effectLst>
                              <a:outerShdw blurRad="38100" dist="25400" dir="5400000" algn="ctr" rotWithShape="0">
                                <a:srgbClr val="6E747A">
                                  <a:alpha val="43000"/>
                                </a:srgbClr>
                              </a:outerShdw>
                            </a:effectLst>
                            <a:latin typeface="Cambria Math" panose="02040503050406030204" charset="0"/>
                            <a:cs typeface="Cambria Math" panose="02040503050406030204" charset="0"/>
                          </a:rPr>
                          <m:t>𝟏</m:t>
                        </m:r>
                        <m:r>
                          <a:rPr lang="en-US" altLang="zh-CN" b="1" i="1">
                            <a:solidFill>
                              <a:schemeClr val="accent1"/>
                            </a:solidFill>
                            <a:effectLst>
                              <a:outerShdw blurRad="38100" dist="25400" dir="5400000" algn="ctr" rotWithShape="0">
                                <a:srgbClr val="6E747A">
                                  <a:alpha val="43000"/>
                                </a:srgbClr>
                              </a:outerShdw>
                            </a:effectLst>
                            <a:latin typeface="Cambria Math" panose="02040503050406030204" charset="0"/>
                            <a:cs typeface="Cambria Math" panose="02040503050406030204" charset="0"/>
                          </a:rPr>
                          <m:t>)</m:t>
                        </m:r>
                      </m:sup>
                    </m:sSup>
                    <m:r>
                      <a:rPr lang="en-US" altLang="zh-CN" i="1">
                        <a:solidFill>
                          <a:schemeClr val="accent1"/>
                        </a:solidFill>
                        <a:effectLst>
                          <a:outerShdw blurRad="38100" dist="25400" dir="5400000" algn="ctr" rotWithShape="0">
                            <a:srgbClr val="6E747A">
                              <a:alpha val="43000"/>
                            </a:srgbClr>
                          </a:outerShdw>
                        </a:effectLst>
                        <a:latin typeface="Cambria Math" panose="02040503050406030204" charset="0"/>
                        <a:cs typeface="Cambria Math" panose="02040503050406030204" charset="0"/>
                      </a:rPr>
                      <m:t>−</m:t>
                    </m:r>
                    <m:r>
                      <a:rPr lang="en-US" altLang="zh-CN" i="1">
                        <a:solidFill>
                          <a:schemeClr val="accent1"/>
                        </a:solidFill>
                        <a:effectLst>
                          <a:outerShdw blurRad="38100" dist="25400" dir="5400000" algn="ctr" rotWithShape="0">
                            <a:srgbClr val="6E747A">
                              <a:alpha val="43000"/>
                            </a:srgbClr>
                          </a:outerShdw>
                        </a:effectLst>
                        <a:latin typeface="Cambria Math" panose="02040503050406030204" charset="0"/>
                        <a:cs typeface="Cambria Math" panose="02040503050406030204" charset="0"/>
                      </a:rPr>
                      <m:t>𝑟</m:t>
                    </m:r>
                    <m:r>
                      <a:rPr lang="en-US" altLang="zh-CN" i="1">
                        <a:solidFill>
                          <a:schemeClr val="accent1"/>
                        </a:solidFill>
                        <a:effectLst>
                          <a:outerShdw blurRad="38100" dist="25400" dir="5400000" algn="ctr" rotWithShape="0">
                            <a:srgbClr val="6E747A">
                              <a:alpha val="43000"/>
                            </a:srgbClr>
                          </a:outerShdw>
                        </a:effectLst>
                        <a:latin typeface="Cambria Math" panose="02040503050406030204" charset="0"/>
                        <a:cs typeface="Cambria Math" panose="02040503050406030204" charset="0"/>
                      </a:rPr>
                      <m:t>(</m:t>
                    </m:r>
                    <m:sSup>
                      <m:sSupPr>
                        <m:ctrlPr>
                          <a:rPr lang="en-US" altLang="zh-CN" b="1" i="1">
                            <a:solidFill>
                              <a:schemeClr val="accent1"/>
                            </a:solidFill>
                            <a:effectLst>
                              <a:outerShdw blurRad="38100" dist="25400" dir="5400000" algn="ctr" rotWithShape="0">
                                <a:srgbClr val="6E747A">
                                  <a:alpha val="43000"/>
                                </a:srgbClr>
                              </a:outerShdw>
                            </a:effectLst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pPr>
                      <m:e>
                        <m:r>
                          <a:rPr lang="en-US" altLang="zh-CN" b="1" i="1">
                            <a:solidFill>
                              <a:schemeClr val="accent1"/>
                            </a:solidFill>
                            <a:effectLst>
                              <a:outerShdw blurRad="38100" dist="25400" dir="5400000" algn="ctr" rotWithShape="0">
                                <a:srgbClr val="6E747A">
                                  <a:alpha val="43000"/>
                                </a:srgbClr>
                              </a:outerShdw>
                            </a:effectLst>
                            <a:latin typeface="Cambria Math" panose="02040503050406030204" charset="0"/>
                            <a:cs typeface="Cambria Math" panose="02040503050406030204" charset="0"/>
                          </a:rPr>
                          <m:t>𝒙</m:t>
                        </m:r>
                      </m:e>
                      <m:sup>
                        <m:r>
                          <a:rPr lang="en-US" altLang="zh-CN" b="1" i="1">
                            <a:solidFill>
                              <a:schemeClr val="accent1"/>
                            </a:solidFill>
                            <a:effectLst>
                              <a:outerShdw blurRad="38100" dist="25400" dir="5400000" algn="ctr" rotWithShape="0">
                                <a:srgbClr val="6E747A">
                                  <a:alpha val="43000"/>
                                </a:srgbClr>
                              </a:outerShdw>
                            </a:effectLst>
                            <a:latin typeface="Cambria Math" panose="02040503050406030204" charset="0"/>
                            <a:cs typeface="Cambria Math" panose="02040503050406030204" charset="0"/>
                          </a:rPr>
                          <m:t>(</m:t>
                        </m:r>
                        <m:r>
                          <a:rPr lang="en-US" altLang="zh-CN" b="1" i="1">
                            <a:solidFill>
                              <a:schemeClr val="accent1"/>
                            </a:solidFill>
                            <a:effectLst>
                              <a:outerShdw blurRad="38100" dist="25400" dir="5400000" algn="ctr" rotWithShape="0">
                                <a:srgbClr val="6E747A">
                                  <a:alpha val="43000"/>
                                </a:srgbClr>
                              </a:outerShdw>
                            </a:effectLst>
                            <a:latin typeface="Cambria Math" panose="02040503050406030204" charset="0"/>
                            <a:cs typeface="Cambria Math" panose="02040503050406030204" charset="0"/>
                          </a:rPr>
                          <m:t>𝟏</m:t>
                        </m:r>
                        <m:r>
                          <a:rPr lang="en-US" altLang="zh-CN" b="1" i="1">
                            <a:solidFill>
                              <a:schemeClr val="accent1"/>
                            </a:solidFill>
                            <a:effectLst>
                              <a:outerShdw blurRad="38100" dist="25400" dir="5400000" algn="ctr" rotWithShape="0">
                                <a:srgbClr val="6E747A">
                                  <a:alpha val="43000"/>
                                </a:srgbClr>
                              </a:outerShdw>
                            </a:effectLst>
                            <a:latin typeface="Cambria Math" panose="02040503050406030204" charset="0"/>
                            <a:cs typeface="Cambria Math" panose="02040503050406030204" charset="0"/>
                          </a:rPr>
                          <m:t>)</m:t>
                        </m:r>
                      </m:sup>
                    </m:sSup>
                    <m:r>
                      <a:rPr lang="en-US" altLang="zh-CN" i="1">
                        <a:solidFill>
                          <a:schemeClr val="accent1"/>
                        </a:solidFill>
                        <a:effectLst>
                          <a:outerShdw blurRad="38100" dist="25400" dir="5400000" algn="ctr" rotWithShape="0">
                            <a:srgbClr val="6E747A">
                              <a:alpha val="43000"/>
                            </a:srgbClr>
                          </a:outerShdw>
                        </a:effectLst>
                        <a:latin typeface="Cambria Math" panose="02040503050406030204" charset="0"/>
                        <a:cs typeface="Cambria Math" panose="02040503050406030204" charset="0"/>
                      </a:rPr>
                      <m:t>) ⋯ </m:t>
                    </m:r>
                    <m:sSup>
                      <m:sSupPr>
                        <m:ctrlPr>
                          <a:rPr lang="en-US" altLang="zh-CN" i="1">
                            <a:solidFill>
                              <a:schemeClr val="accent1"/>
                            </a:solidFill>
                            <a:effectLst>
                              <a:outerShdw blurRad="38100" dist="25400" dir="5400000" algn="ctr" rotWithShape="0">
                                <a:srgbClr val="6E747A">
                                  <a:alpha val="43000"/>
                                </a:srgbClr>
                              </a:outerShdw>
                            </a:effectLst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pPr>
                      <m:e>
                        <m:r>
                          <a:rPr lang="en-US" altLang="zh-CN" b="1" i="1">
                            <a:solidFill>
                              <a:schemeClr val="accent1"/>
                            </a:solidFill>
                            <a:effectLst>
                              <a:outerShdw blurRad="38100" dist="25400" dir="5400000" algn="ctr" rotWithShape="0">
                                <a:srgbClr val="6E747A">
                                  <a:alpha val="43000"/>
                                </a:srgbClr>
                              </a:outerShdw>
                            </a:effectLst>
                            <a:latin typeface="Cambria Math" panose="02040503050406030204" charset="0"/>
                            <a:cs typeface="Cambria Math" panose="02040503050406030204" charset="0"/>
                          </a:rPr>
                          <m:t>𝒙</m:t>
                        </m:r>
                      </m:e>
                      <m:sup>
                        <m:r>
                          <a:rPr lang="en-US" altLang="zh-CN" b="1" i="1">
                            <a:solidFill>
                              <a:schemeClr val="accent1"/>
                            </a:solidFill>
                            <a:effectLst>
                              <a:outerShdw blurRad="38100" dist="25400" dir="5400000" algn="ctr" rotWithShape="0">
                                <a:srgbClr val="6E747A">
                                  <a:alpha val="43000"/>
                                </a:srgbClr>
                              </a:outerShdw>
                            </a:effectLst>
                            <a:latin typeface="Cambria Math" panose="02040503050406030204" charset="0"/>
                            <a:cs typeface="Cambria Math" panose="02040503050406030204" charset="0"/>
                          </a:rPr>
                          <m:t>(</m:t>
                        </m:r>
                        <m:r>
                          <a:rPr lang="en-US" altLang="zh-CN" b="1" i="1">
                            <a:solidFill>
                              <a:schemeClr val="accent1"/>
                            </a:solidFill>
                            <a:effectLst>
                              <a:outerShdw blurRad="38100" dist="25400" dir="5400000" algn="ctr" rotWithShape="0">
                                <a:srgbClr val="6E747A">
                                  <a:alpha val="43000"/>
                                </a:srgbClr>
                              </a:outerShdw>
                            </a:effectLst>
                            <a:latin typeface="Cambria Math" panose="02040503050406030204" charset="0"/>
                            <a:cs typeface="Cambria Math" panose="02040503050406030204" charset="0"/>
                          </a:rPr>
                          <m:t>𝒏</m:t>
                        </m:r>
                        <m:r>
                          <a:rPr lang="en-US" altLang="zh-CN" b="1" i="1">
                            <a:solidFill>
                              <a:schemeClr val="accent1"/>
                            </a:solidFill>
                            <a:effectLst>
                              <a:outerShdw blurRad="38100" dist="25400" dir="5400000" algn="ctr" rotWithShape="0">
                                <a:srgbClr val="6E747A">
                                  <a:alpha val="43000"/>
                                </a:srgbClr>
                              </a:outerShdw>
                            </a:effectLst>
                            <a:latin typeface="Cambria Math" panose="02040503050406030204" charset="0"/>
                            <a:cs typeface="Cambria Math" panose="02040503050406030204" charset="0"/>
                          </a:rPr>
                          <m:t>)</m:t>
                        </m:r>
                      </m:sup>
                    </m:sSup>
                    <m:r>
                      <a:rPr lang="en-US" altLang="zh-CN" i="1">
                        <a:solidFill>
                          <a:schemeClr val="accent1"/>
                        </a:solidFill>
                        <a:effectLst>
                          <a:outerShdw blurRad="38100" dist="25400" dir="5400000" algn="ctr" rotWithShape="0">
                            <a:srgbClr val="6E747A">
                              <a:alpha val="43000"/>
                            </a:srgbClr>
                          </a:outerShdw>
                        </a:effectLst>
                        <a:latin typeface="Cambria Math" panose="02040503050406030204" charset="0"/>
                        <a:cs typeface="Cambria Math" panose="02040503050406030204" charset="0"/>
                      </a:rPr>
                      <m:t>−</m:t>
                    </m:r>
                    <m:r>
                      <a:rPr lang="en-US" altLang="zh-CN" i="1">
                        <a:solidFill>
                          <a:schemeClr val="accent1"/>
                        </a:solidFill>
                        <a:effectLst>
                          <a:outerShdw blurRad="38100" dist="25400" dir="5400000" algn="ctr" rotWithShape="0">
                            <a:srgbClr val="6E747A">
                              <a:alpha val="43000"/>
                            </a:srgbClr>
                          </a:outerShdw>
                        </a:effectLst>
                        <a:latin typeface="Cambria Math" panose="02040503050406030204" charset="0"/>
                        <a:cs typeface="Cambria Math" panose="02040503050406030204" charset="0"/>
                      </a:rPr>
                      <m:t>𝑟</m:t>
                    </m:r>
                    <m:r>
                      <a:rPr lang="en-US" altLang="zh-CN" i="1">
                        <a:solidFill>
                          <a:schemeClr val="accent1"/>
                        </a:solidFill>
                        <a:effectLst>
                          <a:outerShdw blurRad="38100" dist="25400" dir="5400000" algn="ctr" rotWithShape="0">
                            <a:srgbClr val="6E747A">
                              <a:alpha val="43000"/>
                            </a:srgbClr>
                          </a:outerShdw>
                        </a:effectLst>
                        <a:latin typeface="Cambria Math" panose="02040503050406030204" charset="0"/>
                        <a:cs typeface="Cambria Math" panose="02040503050406030204" charset="0"/>
                      </a:rPr>
                      <m:t>(</m:t>
                    </m:r>
                    <m:sSup>
                      <m:sSupPr>
                        <m:ctrlPr>
                          <a:rPr lang="en-US" altLang="zh-CN" i="1">
                            <a:solidFill>
                              <a:schemeClr val="accent1"/>
                            </a:solidFill>
                            <a:effectLst>
                              <a:outerShdw blurRad="38100" dist="25400" dir="5400000" algn="ctr" rotWithShape="0">
                                <a:srgbClr val="6E747A">
                                  <a:alpha val="43000"/>
                                </a:srgbClr>
                              </a:outerShdw>
                            </a:effectLst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pPr>
                      <m:e>
                        <m:r>
                          <a:rPr lang="en-US" altLang="zh-CN" b="1" i="1">
                            <a:solidFill>
                              <a:schemeClr val="accent1"/>
                            </a:solidFill>
                            <a:effectLst>
                              <a:outerShdw blurRad="38100" dist="25400" dir="5400000" algn="ctr" rotWithShape="0">
                                <a:srgbClr val="6E747A">
                                  <a:alpha val="43000"/>
                                </a:srgbClr>
                              </a:outerShdw>
                            </a:effectLst>
                            <a:latin typeface="Cambria Math" panose="02040503050406030204" charset="0"/>
                            <a:cs typeface="Cambria Math" panose="02040503050406030204" charset="0"/>
                          </a:rPr>
                          <m:t>𝒙</m:t>
                        </m:r>
                      </m:e>
                      <m:sup>
                        <m:r>
                          <a:rPr lang="en-US" altLang="zh-CN" b="1" i="1">
                            <a:solidFill>
                              <a:schemeClr val="accent1"/>
                            </a:solidFill>
                            <a:effectLst>
                              <a:outerShdw blurRad="38100" dist="25400" dir="5400000" algn="ctr" rotWithShape="0">
                                <a:srgbClr val="6E747A">
                                  <a:alpha val="43000"/>
                                </a:srgbClr>
                              </a:outerShdw>
                            </a:effectLst>
                            <a:latin typeface="Cambria Math" panose="02040503050406030204" charset="0"/>
                            <a:cs typeface="Cambria Math" panose="02040503050406030204" charset="0"/>
                          </a:rPr>
                          <m:t>(</m:t>
                        </m:r>
                        <m:r>
                          <a:rPr lang="en-US" altLang="zh-CN" b="1" i="1">
                            <a:solidFill>
                              <a:schemeClr val="accent1"/>
                            </a:solidFill>
                            <a:effectLst>
                              <a:outerShdw blurRad="38100" dist="25400" dir="5400000" algn="ctr" rotWithShape="0">
                                <a:srgbClr val="6E747A">
                                  <a:alpha val="43000"/>
                                </a:srgbClr>
                              </a:outerShdw>
                            </a:effectLst>
                            <a:latin typeface="Cambria Math" panose="02040503050406030204" charset="0"/>
                            <a:cs typeface="Cambria Math" panose="02040503050406030204" charset="0"/>
                          </a:rPr>
                          <m:t>𝒏</m:t>
                        </m:r>
                        <m:r>
                          <a:rPr lang="en-US" altLang="zh-CN" b="1" i="1">
                            <a:solidFill>
                              <a:schemeClr val="accent1"/>
                            </a:solidFill>
                            <a:effectLst>
                              <a:outerShdw blurRad="38100" dist="25400" dir="5400000" algn="ctr" rotWithShape="0">
                                <a:srgbClr val="6E747A">
                                  <a:alpha val="43000"/>
                                </a:srgbClr>
                              </a:outerShdw>
                            </a:effectLst>
                            <a:latin typeface="Cambria Math" panose="02040503050406030204" charset="0"/>
                            <a:cs typeface="Cambria Math" panose="02040503050406030204" charset="0"/>
                          </a:rPr>
                          <m:t>)</m:t>
                        </m:r>
                      </m:sup>
                    </m:sSup>
                    <m:r>
                      <a:rPr lang="en-US" altLang="zh-CN" i="1">
                        <a:solidFill>
                          <a:schemeClr val="accent1"/>
                        </a:solidFill>
                        <a:effectLst>
                          <a:outerShdw blurRad="38100" dist="25400" dir="5400000" algn="ctr" rotWithShape="0">
                            <a:srgbClr val="6E747A">
                              <a:alpha val="43000"/>
                            </a:srgbClr>
                          </a:outerShdw>
                        </a:effectLst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)</m:t>
                    </m:r>
                    <m:r>
                      <a:rPr lang="en-US" altLang="zh-CN" i="1">
                        <a:solidFill>
                          <a:schemeClr val="accent1"/>
                        </a:solidFill>
                        <a:effectLst>
                          <a:outerShdw blurRad="38100" dist="25400" dir="5400000" algn="ctr" rotWithShape="0">
                            <a:srgbClr val="6E747A">
                              <a:alpha val="43000"/>
                            </a:srgbClr>
                          </a:outerShdw>
                        </a:effectLst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)</m:t>
                    </m:r>
                  </m:oMath>
                </a14:m>
                <a:endParaRPr lang="en-US" altLang="zh-CN" i="1"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  <a:latin typeface="Cambria Math" panose="02040503050406030204" charset="0"/>
                  <a:ea typeface="MS Mincho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32" name="文本框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84140" y="5377180"/>
                <a:ext cx="7116445" cy="669925"/>
              </a:xfrm>
              <a:prstGeom prst="rect">
                <a:avLst/>
              </a:prstGeom>
              <a:blipFill rotWithShape="1"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文本框 32"/>
          <p:cNvSpPr txBox="1"/>
          <p:nvPr/>
        </p:nvSpPr>
        <p:spPr>
          <a:xfrm>
            <a:off x="5945505" y="5987415"/>
            <a:ext cx="59023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Let Fronebius norm be smallest , then:</a:t>
            </a:r>
            <a:endParaRPr lang="en-US" altLang="zh-CN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4" name="文本框 33"/>
              <p:cNvSpPr txBox="1"/>
              <p:nvPr/>
            </p:nvSpPr>
            <p:spPr>
              <a:xfrm>
                <a:off x="6032500" y="6248400"/>
                <a:ext cx="6172200" cy="6502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i="1">
                              <a:solidFill>
                                <a:schemeClr val="accent1"/>
                              </a:solidFill>
                              <a:effectLst>
                                <a:outerShdw blurRad="38100" dist="25400" dir="5400000" algn="ctr" rotWithShape="0">
                                  <a:srgbClr val="6E747A">
                                    <a:alpha val="43000"/>
                                  </a:srgbClr>
                                </a:outerShdw>
                              </a:effectLst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solidFill>
                                <a:schemeClr val="accent1"/>
                              </a:solidFill>
                              <a:effectLst>
                                <a:outerShdw blurRad="38100" dist="25400" dir="5400000" algn="ctr" rotWithShape="0">
                                  <a:srgbClr val="6E747A">
                                    <a:alpha val="43000"/>
                                  </a:srgbClr>
                                </a:outerShdw>
                              </a:effectLst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𝐷</m:t>
                          </m:r>
                        </m:e>
                        <m:sup>
                          <m:r>
                            <a:rPr lang="en-US" altLang="zh-CN" i="1">
                              <a:solidFill>
                                <a:schemeClr val="accent1"/>
                              </a:solidFill>
                              <a:effectLst>
                                <a:outerShdw blurRad="38100" dist="25400" dir="5400000" algn="ctr" rotWithShape="0">
                                  <a:srgbClr val="6E747A">
                                    <a:alpha val="43000"/>
                                  </a:srgbClr>
                                </a:outerShdw>
                              </a:effectLst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∗</m:t>
                          </m:r>
                        </m:sup>
                      </m:sSup>
                      <m:r>
                        <a:rPr lang="en-US" altLang="zh-CN" i="1">
                          <a:solidFill>
                            <a:schemeClr val="accent1"/>
                          </a:solidFill>
                          <a:effectLst>
                            <a:outerShdw blurRad="38100" dist="25400" dir="5400000" algn="ctr" rotWithShape="0">
                              <a:srgbClr val="6E747A">
                                <a:alpha val="43000"/>
                              </a:srgbClr>
                            </a:outerShdw>
                          </a:effectLst>
                          <a:latin typeface="Cambria Math" panose="02040503050406030204" charset="0"/>
                          <a:cs typeface="Cambria Math" panose="02040503050406030204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i="1">
                              <a:solidFill>
                                <a:schemeClr val="accent1"/>
                              </a:solidFill>
                              <a:effectLst>
                                <a:outerShdw blurRad="38100" dist="25400" dir="5400000" algn="ctr" rotWithShape="0">
                                  <a:srgbClr val="6E747A">
                                    <a:alpha val="43000"/>
                                  </a:srgbClr>
                                </a:outerShdw>
                              </a:effectLst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solidFill>
                                <a:schemeClr val="accent1"/>
                              </a:solidFill>
                              <a:effectLst>
                                <a:outerShdw blurRad="38100" dist="25400" dir="5400000" algn="ctr" rotWithShape="0">
                                  <a:srgbClr val="6E747A">
                                    <a:alpha val="43000"/>
                                  </a:srgbClr>
                                </a:outerShdw>
                              </a:effectLst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𝑎𝑟𝑔𝑚𝑖𝑛</m:t>
                          </m:r>
                        </m:e>
                        <m:sub>
                          <m:r>
                            <a:rPr lang="en-US" altLang="zh-CN" i="1">
                              <a:solidFill>
                                <a:schemeClr val="accent1"/>
                              </a:solidFill>
                              <a:effectLst>
                                <a:outerShdw blurRad="38100" dist="25400" dir="5400000" algn="ctr" rotWithShape="0">
                                  <a:srgbClr val="6E747A">
                                    <a:alpha val="43000"/>
                                  </a:srgbClr>
                                </a:outerShdw>
                              </a:effectLst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𝐷</m:t>
                          </m:r>
                        </m:sub>
                      </m:sSub>
                      <m:rad>
                        <m:radPr>
                          <m:degHide m:val="on"/>
                          <m:ctrlPr>
                            <a:rPr lang="en-US" altLang="zh-CN" i="1">
                              <a:solidFill>
                                <a:schemeClr val="accent1"/>
                              </a:solidFill>
                              <a:effectLst>
                                <a:outerShdw blurRad="38100" dist="25400" dir="5400000" algn="ctr" rotWithShape="0">
                                  <a:srgbClr val="6E747A">
                                    <a:alpha val="43000"/>
                                  </a:srgbClr>
                                </a:outerShdw>
                              </a:effectLst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radPr>
                        <m:deg/>
                        <m:e>
                          <m:nary>
                            <m:naryPr>
                              <m:chr m:val="∑"/>
                              <m:limLoc m:val="undOvr"/>
                              <m:subHide m:val="on"/>
                              <m:supHide m:val="on"/>
                              <m:ctrlPr>
                                <a:rPr lang="en-US" altLang="zh-CN" i="1">
                                  <a:solidFill>
                                    <a:schemeClr val="accent1"/>
                                  </a:solidFill>
                                  <a:effectLst>
                                    <a:outerShdw blurRad="38100" dist="25400" dir="5400000" algn="ctr" rotWithShape="0">
                                      <a:srgbClr val="6E747A">
                                        <a:alpha val="43000"/>
                                      </a:srgbClr>
                                    </a:outerShdw>
                                  </a:effectLst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sSubSup>
                                <m:sSubSupPr>
                                  <m:ctrlPr>
                                    <a:rPr lang="en-US" altLang="zh-CN" i="1">
                                      <a:solidFill>
                                        <a:schemeClr val="accent1"/>
                                      </a:solidFill>
                                      <a:effectLst>
                                        <a:outerShdw blurRad="38100" dist="25400" dir="5400000" algn="ctr" rotWithShape="0">
                                          <a:srgbClr val="6E747A">
                                            <a:alpha val="43000"/>
                                          </a:srgbClr>
                                        </a:outerShdw>
                                      </a:effectLst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i="1">
                                      <a:solidFill>
                                        <a:schemeClr val="accent1"/>
                                      </a:solidFill>
                                      <a:effectLst>
                                        <a:outerShdw blurRad="38100" dist="25400" dir="5400000" algn="ctr" rotWithShape="0">
                                          <a:srgbClr val="6E747A">
                                            <a:alpha val="43000"/>
                                          </a:srgbClr>
                                        </a:outerShdw>
                                      </a:effectLst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 (</m:t>
                                  </m:r>
                                  <m:sSup>
                                    <m:sSupPr>
                                      <m:ctrlPr>
                                        <a:rPr lang="en-US" altLang="zh-CN" i="1">
                                          <a:solidFill>
                                            <a:schemeClr val="accent1"/>
                                          </a:solidFill>
                                          <a:effectLst>
                                            <a:outerShdw blurRad="38100" dist="25400" dir="5400000" algn="ctr" rotWithShape="0">
                                              <a:srgbClr val="6E747A">
                                                <a:alpha val="43000"/>
                                              </a:srgbClr>
                                            </a:outerShdw>
                                          </a:effectLst>
                                          <a:latin typeface="Cambria Math" panose="02040503050406030204" charset="0"/>
                                          <a:cs typeface="Cambria Math" panose="02040503050406030204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b="1" i="1">
                                          <a:solidFill>
                                            <a:schemeClr val="accent1"/>
                                          </a:solidFill>
                                          <a:effectLst>
                                            <a:outerShdw blurRad="38100" dist="25400" dir="5400000" algn="ctr" rotWithShape="0">
                                              <a:srgbClr val="6E747A">
                                                <a:alpha val="43000"/>
                                              </a:srgbClr>
                                            </a:outerShdw>
                                          </a:effectLst>
                                          <a:latin typeface="Cambria Math" panose="02040503050406030204" charset="0"/>
                                          <a:cs typeface="Cambria Math" panose="02040503050406030204" charset="0"/>
                                        </a:rPr>
                                        <m:t>𝒙</m:t>
                                      </m:r>
                                    </m:e>
                                    <m:sup>
                                      <m:r>
                                        <a:rPr lang="en-US" altLang="zh-CN" b="1" i="1">
                                          <a:solidFill>
                                            <a:schemeClr val="accent1"/>
                                          </a:solidFill>
                                          <a:effectLst>
                                            <a:outerShdw blurRad="38100" dist="25400" dir="5400000" algn="ctr" rotWithShape="0">
                                              <a:srgbClr val="6E747A">
                                                <a:alpha val="43000"/>
                                              </a:srgbClr>
                                            </a:outerShdw>
                                          </a:effectLst>
                                          <a:latin typeface="Cambria Math" panose="02040503050406030204" charset="0"/>
                                          <a:cs typeface="Cambria Math" panose="02040503050406030204" charset="0"/>
                                        </a:rPr>
                                        <m:t>(</m:t>
                                      </m:r>
                                      <m:r>
                                        <a:rPr lang="en-US" altLang="zh-CN" b="1" i="1">
                                          <a:solidFill>
                                            <a:schemeClr val="accent1"/>
                                          </a:solidFill>
                                          <a:effectLst>
                                            <a:outerShdw blurRad="38100" dist="25400" dir="5400000" algn="ctr" rotWithShape="0">
                                              <a:srgbClr val="6E747A">
                                                <a:alpha val="43000"/>
                                              </a:srgbClr>
                                            </a:outerShdw>
                                          </a:effectLst>
                                          <a:latin typeface="Cambria Math" panose="02040503050406030204" charset="0"/>
                                          <a:cs typeface="Cambria Math" panose="02040503050406030204" charset="0"/>
                                        </a:rPr>
                                        <m:t>𝒊</m:t>
                                      </m:r>
                                      <m:r>
                                        <a:rPr lang="en-US" altLang="zh-CN" b="1" i="1">
                                          <a:solidFill>
                                            <a:schemeClr val="accent1"/>
                                          </a:solidFill>
                                          <a:effectLst>
                                            <a:outerShdw blurRad="38100" dist="25400" dir="5400000" algn="ctr" rotWithShape="0">
                                              <a:srgbClr val="6E747A">
                                                <a:alpha val="43000"/>
                                              </a:srgbClr>
                                            </a:outerShdw>
                                          </a:effectLst>
                                          <a:latin typeface="Cambria Math" panose="02040503050406030204" charset="0"/>
                                          <a:cs typeface="Cambria Math" panose="02040503050406030204" charset="0"/>
                                        </a:rPr>
                                        <m:t>)</m:t>
                                      </m:r>
                                    </m:sup>
                                  </m:sSup>
                                  <m:r>
                                    <a:rPr lang="en-US" altLang="zh-CN" i="1">
                                      <a:solidFill>
                                        <a:schemeClr val="accent1"/>
                                      </a:solidFill>
                                      <a:effectLst>
                                        <a:outerShdw blurRad="38100" dist="25400" dir="5400000" algn="ctr" rotWithShape="0">
                                          <a:srgbClr val="6E747A">
                                            <a:alpha val="43000"/>
                                          </a:srgbClr>
                                        </a:outerShdw>
                                      </a:effectLst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−</m:t>
                                  </m:r>
                                  <m:r>
                                    <a:rPr lang="en-US" altLang="zh-CN" i="1">
                                      <a:solidFill>
                                        <a:schemeClr val="accent1"/>
                                      </a:solidFill>
                                      <a:effectLst>
                                        <a:outerShdw blurRad="38100" dist="25400" dir="5400000" algn="ctr" rotWithShape="0">
                                          <a:srgbClr val="6E747A">
                                            <a:alpha val="43000"/>
                                          </a:srgbClr>
                                        </a:outerShdw>
                                      </a:effectLst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𝑟</m:t>
                                  </m:r>
                                  <m:r>
                                    <a:rPr lang="en-US" altLang="zh-CN" i="1">
                                      <a:solidFill>
                                        <a:schemeClr val="accent1"/>
                                      </a:solidFill>
                                      <a:effectLst>
                                        <a:outerShdw blurRad="38100" dist="25400" dir="5400000" algn="ctr" rotWithShape="0">
                                          <a:srgbClr val="6E747A">
                                            <a:alpha val="43000"/>
                                          </a:srgbClr>
                                        </a:outerShdw>
                                      </a:effectLst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(</m:t>
                                  </m:r>
                                  <m:sSup>
                                    <m:sSupPr>
                                      <m:ctrlPr>
                                        <a:rPr lang="en-US" altLang="zh-CN" i="1">
                                          <a:solidFill>
                                            <a:schemeClr val="accent1"/>
                                          </a:solidFill>
                                          <a:effectLst>
                                            <a:outerShdw blurRad="38100" dist="25400" dir="5400000" algn="ctr" rotWithShape="0">
                                              <a:srgbClr val="6E747A">
                                                <a:alpha val="43000"/>
                                              </a:srgbClr>
                                            </a:outerShdw>
                                          </a:effectLst>
                                          <a:latin typeface="Cambria Math" panose="02040503050406030204" charset="0"/>
                                          <a:cs typeface="Cambria Math" panose="02040503050406030204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b="1" i="1">
                                          <a:solidFill>
                                            <a:schemeClr val="accent1"/>
                                          </a:solidFill>
                                          <a:effectLst>
                                            <a:outerShdw blurRad="38100" dist="25400" dir="5400000" algn="ctr" rotWithShape="0">
                                              <a:srgbClr val="6E747A">
                                                <a:alpha val="43000"/>
                                              </a:srgbClr>
                                            </a:outerShdw>
                                          </a:effectLst>
                                          <a:latin typeface="Cambria Math" panose="02040503050406030204" charset="0"/>
                                          <a:cs typeface="Cambria Math" panose="02040503050406030204" charset="0"/>
                                        </a:rPr>
                                        <m:t>𝒙</m:t>
                                      </m:r>
                                    </m:e>
                                    <m:sup>
                                      <m:r>
                                        <a:rPr lang="en-US" altLang="zh-CN" b="1" i="1">
                                          <a:solidFill>
                                            <a:schemeClr val="accent1"/>
                                          </a:solidFill>
                                          <a:effectLst>
                                            <a:outerShdw blurRad="38100" dist="25400" dir="5400000" algn="ctr" rotWithShape="0">
                                              <a:srgbClr val="6E747A">
                                                <a:alpha val="43000"/>
                                              </a:srgbClr>
                                            </a:outerShdw>
                                          </a:effectLst>
                                          <a:latin typeface="Cambria Math" panose="02040503050406030204" charset="0"/>
                                          <a:cs typeface="Cambria Math" panose="02040503050406030204" charset="0"/>
                                        </a:rPr>
                                        <m:t>(</m:t>
                                      </m:r>
                                      <m:r>
                                        <a:rPr lang="en-US" altLang="zh-CN" b="1" i="1">
                                          <a:solidFill>
                                            <a:schemeClr val="accent1"/>
                                          </a:solidFill>
                                          <a:effectLst>
                                            <a:outerShdw blurRad="38100" dist="25400" dir="5400000" algn="ctr" rotWithShape="0">
                                              <a:srgbClr val="6E747A">
                                                <a:alpha val="43000"/>
                                              </a:srgbClr>
                                            </a:outerShdw>
                                          </a:effectLst>
                                          <a:latin typeface="Cambria Math" panose="02040503050406030204" charset="0"/>
                                          <a:cs typeface="Cambria Math" panose="02040503050406030204" charset="0"/>
                                        </a:rPr>
                                        <m:t>𝒊</m:t>
                                      </m:r>
                                      <m:r>
                                        <a:rPr lang="en-US" altLang="zh-CN" b="1" i="1">
                                          <a:solidFill>
                                            <a:schemeClr val="accent1"/>
                                          </a:solidFill>
                                          <a:effectLst>
                                            <a:outerShdw blurRad="38100" dist="25400" dir="5400000" algn="ctr" rotWithShape="0">
                                              <a:srgbClr val="6E747A">
                                                <a:alpha val="43000"/>
                                              </a:srgbClr>
                                            </a:outerShdw>
                                          </a:effectLst>
                                          <a:latin typeface="Cambria Math" panose="02040503050406030204" charset="0"/>
                                          <a:cs typeface="Cambria Math" panose="02040503050406030204" charset="0"/>
                                        </a:rPr>
                                        <m:t>)</m:t>
                                      </m:r>
                                    </m:sup>
                                  </m:sSup>
                                  <m:r>
                                    <a:rPr lang="en-US" altLang="zh-CN" i="1">
                                      <a:solidFill>
                                        <a:schemeClr val="accent1"/>
                                      </a:solidFill>
                                      <a:effectLst>
                                        <a:outerShdw blurRad="38100" dist="25400" dir="5400000" algn="ctr" rotWithShape="0">
                                          <a:srgbClr val="6E747A">
                                            <a:alpha val="43000"/>
                                          </a:srgbClr>
                                        </a:outerShdw>
                                      </a:effectLst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))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solidFill>
                                        <a:schemeClr val="accent1"/>
                                      </a:solidFill>
                                      <a:effectLst>
                                        <a:outerShdw blurRad="38100" dist="25400" dir="5400000" algn="ctr" rotWithShape="0">
                                          <a:srgbClr val="6E747A">
                                            <a:alpha val="43000"/>
                                          </a:srgbClr>
                                        </a:outerShdw>
                                      </a:effectLst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𝑗</m:t>
                                  </m:r>
                                </m:sub>
                                <m:sup>
                                  <m:r>
                                    <a:rPr lang="en-US" altLang="zh-CN" i="1">
                                      <a:solidFill>
                                        <a:schemeClr val="accent1"/>
                                      </a:solidFill>
                                      <a:effectLst>
                                        <a:outerShdw blurRad="38100" dist="25400" dir="5400000" algn="ctr" rotWithShape="0">
                                          <a:srgbClr val="6E747A">
                                            <a:alpha val="43000"/>
                                          </a:srgbClr>
                                        </a:outerShdw>
                                      </a:effectLst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2</m:t>
                                  </m:r>
                                </m:sup>
                              </m:sSubSup>
                            </m:e>
                          </m:nary>
                        </m:e>
                      </m:rad>
                      <m:r>
                        <a:rPr lang="en-US" altLang="zh-CN" i="1">
                          <a:solidFill>
                            <a:schemeClr val="accent1"/>
                          </a:solidFill>
                          <a:effectLst>
                            <a:outerShdw blurRad="38100" dist="25400" dir="5400000" algn="ctr" rotWithShape="0">
                              <a:srgbClr val="6E747A">
                                <a:alpha val="43000"/>
                              </a:srgbClr>
                            </a:outerShdw>
                          </a:effectLst>
                          <a:latin typeface="Cambria Math" panose="02040503050406030204" charset="0"/>
                          <a:cs typeface="Cambria Math" panose="02040503050406030204" charset="0"/>
                        </a:rPr>
                        <m:t>   </m:t>
                      </m:r>
                      <m:r>
                        <a:rPr lang="en-US" altLang="zh-CN" i="1">
                          <a:solidFill>
                            <a:schemeClr val="accent1"/>
                          </a:solidFill>
                          <a:effectLst>
                            <a:outerShdw blurRad="38100" dist="25400" dir="5400000" algn="ctr" rotWithShape="0">
                              <a:srgbClr val="6E747A">
                                <a:alpha val="43000"/>
                              </a:srgbClr>
                            </a:outerShdw>
                          </a:effectLst>
                          <a:latin typeface="Cambria Math" panose="02040503050406030204" charset="0"/>
                          <a:cs typeface="Cambria Math" panose="02040503050406030204" charset="0"/>
                        </a:rPr>
                        <m:t>𝑠𝑢𝑏𝑗𝑒𝑐𝑡</m:t>
                      </m:r>
                      <m:r>
                        <a:rPr lang="en-US" altLang="zh-CN" i="1">
                          <a:solidFill>
                            <a:schemeClr val="accent1"/>
                          </a:solidFill>
                          <a:effectLst>
                            <a:outerShdw blurRad="38100" dist="25400" dir="5400000" algn="ctr" rotWithShape="0">
                              <a:srgbClr val="6E747A">
                                <a:alpha val="43000"/>
                              </a:srgbClr>
                            </a:outerShdw>
                          </a:effectLst>
                          <a:latin typeface="Cambria Math" panose="02040503050406030204" charset="0"/>
                          <a:cs typeface="Cambria Math" panose="02040503050406030204" charset="0"/>
                        </a:rPr>
                        <m:t> </m:t>
                      </m:r>
                      <m:r>
                        <a:rPr lang="en-US" altLang="zh-CN" i="1">
                          <a:solidFill>
                            <a:schemeClr val="accent1"/>
                          </a:solidFill>
                          <a:effectLst>
                            <a:outerShdw blurRad="38100" dist="25400" dir="5400000" algn="ctr" rotWithShape="0">
                              <a:srgbClr val="6E747A">
                                <a:alpha val="43000"/>
                              </a:srgbClr>
                            </a:outerShdw>
                          </a:effectLst>
                          <a:latin typeface="Cambria Math" panose="02040503050406030204" charset="0"/>
                          <a:cs typeface="Cambria Math" panose="02040503050406030204" charset="0"/>
                        </a:rPr>
                        <m:t>𝑡𝑜</m:t>
                      </m:r>
                      <m:r>
                        <a:rPr lang="en-US" altLang="zh-CN" i="1">
                          <a:solidFill>
                            <a:schemeClr val="accent1"/>
                          </a:solidFill>
                          <a:effectLst>
                            <a:outerShdw blurRad="38100" dist="25400" dir="5400000" algn="ctr" rotWithShape="0">
                              <a:srgbClr val="6E747A">
                                <a:alpha val="43000"/>
                              </a:srgbClr>
                            </a:outerShdw>
                          </a:effectLst>
                          <a:latin typeface="Cambria Math" panose="02040503050406030204" charset="0"/>
                          <a:cs typeface="Cambria Math" panose="02040503050406030204" charset="0"/>
                        </a:rPr>
                        <m:t> </m:t>
                      </m:r>
                      <m:sSup>
                        <m:sSupPr>
                          <m:ctrlPr>
                            <a:rPr lang="en-US" altLang="zh-CN" i="1">
                              <a:solidFill>
                                <a:schemeClr val="accent1"/>
                              </a:solidFill>
                              <a:effectLst>
                                <a:outerShdw blurRad="38100" dist="25400" dir="5400000" algn="ctr" rotWithShape="0">
                                  <a:srgbClr val="6E747A">
                                    <a:alpha val="43000"/>
                                  </a:srgbClr>
                                </a:outerShdw>
                              </a:effectLst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solidFill>
                                <a:schemeClr val="accent1"/>
                              </a:solidFill>
                              <a:effectLst>
                                <a:outerShdw blurRad="38100" dist="25400" dir="5400000" algn="ctr" rotWithShape="0">
                                  <a:srgbClr val="6E747A">
                                    <a:alpha val="43000"/>
                                  </a:srgbClr>
                                </a:outerShdw>
                              </a:effectLst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𝐷</m:t>
                          </m:r>
                        </m:e>
                        <m:sup>
                          <m:r>
                            <a:rPr lang="en-US" altLang="zh-CN" i="1">
                              <a:solidFill>
                                <a:schemeClr val="accent1"/>
                              </a:solidFill>
                              <a:effectLst>
                                <a:outerShdw blurRad="38100" dist="25400" dir="5400000" algn="ctr" rotWithShape="0">
                                  <a:srgbClr val="6E747A">
                                    <a:alpha val="43000"/>
                                  </a:srgbClr>
                                </a:outerShdw>
                              </a:effectLst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𝑇</m:t>
                          </m:r>
                        </m:sup>
                      </m:sSup>
                      <m:r>
                        <a:rPr lang="en-US" altLang="zh-CN" i="1">
                          <a:solidFill>
                            <a:schemeClr val="accent1"/>
                          </a:solidFill>
                          <a:effectLst>
                            <a:outerShdw blurRad="38100" dist="25400" dir="5400000" algn="ctr" rotWithShape="0">
                              <a:srgbClr val="6E747A">
                                <a:alpha val="43000"/>
                              </a:srgbClr>
                            </a:outerShdw>
                          </a:effectLst>
                          <a:latin typeface="Cambria Math" panose="02040503050406030204" charset="0"/>
                          <a:cs typeface="Cambria Math" panose="02040503050406030204" charset="0"/>
                        </a:rPr>
                        <m:t>𝐷</m:t>
                      </m:r>
                      <m:r>
                        <a:rPr lang="en-US" altLang="zh-CN" i="1">
                          <a:solidFill>
                            <a:schemeClr val="accent1"/>
                          </a:solidFill>
                          <a:effectLst>
                            <a:outerShdw blurRad="38100" dist="25400" dir="5400000" algn="ctr" rotWithShape="0">
                              <a:srgbClr val="6E747A">
                                <a:alpha val="43000"/>
                              </a:srgbClr>
                            </a:outerShdw>
                          </a:effectLst>
                          <a:latin typeface="Cambria Math" panose="02040503050406030204" charset="0"/>
                          <a:cs typeface="Cambria Math" panose="02040503050406030204" charset="0"/>
                        </a:rPr>
                        <m:t>=</m:t>
                      </m:r>
                      <m:r>
                        <a:rPr lang="en-US" altLang="zh-CN" i="1">
                          <a:solidFill>
                            <a:schemeClr val="accent1"/>
                          </a:solidFill>
                          <a:effectLst>
                            <a:outerShdw blurRad="38100" dist="25400" dir="5400000" algn="ctr" rotWithShape="0">
                              <a:srgbClr val="6E747A">
                                <a:alpha val="43000"/>
                              </a:srgbClr>
                            </a:outerShdw>
                          </a:effectLst>
                          <a:latin typeface="Cambria Math" panose="02040503050406030204" charset="0"/>
                          <a:cs typeface="Cambria Math" panose="02040503050406030204" charset="0"/>
                        </a:rPr>
                        <m:t>𝐼</m:t>
                      </m:r>
                      <m:r>
                        <a:rPr lang="en-US" altLang="zh-CN" i="1">
                          <a:solidFill>
                            <a:schemeClr val="accent1"/>
                          </a:solidFill>
                          <a:effectLst>
                            <a:outerShdw blurRad="38100" dist="25400" dir="5400000" algn="ctr" rotWithShape="0">
                              <a:srgbClr val="6E747A">
                                <a:alpha val="43000"/>
                              </a:srgbClr>
                            </a:outerShdw>
                          </a:effectLst>
                          <a:latin typeface="Cambria Math" panose="02040503050406030204" charset="0"/>
                          <a:cs typeface="Cambria Math" panose="02040503050406030204" charset="0"/>
                        </a:rPr>
                        <m:t> </m:t>
                      </m:r>
                    </m:oMath>
                  </m:oMathPara>
                </a14:m>
                <a:endParaRPr lang="en-US" altLang="zh-CN" i="1"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34" name="文本框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32500" y="6248400"/>
                <a:ext cx="6172200" cy="650240"/>
              </a:xfrm>
              <a:prstGeom prst="rect">
                <a:avLst/>
              </a:prstGeom>
              <a:blipFill rotWithShape="1"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文本框 34"/>
          <p:cNvSpPr txBox="1"/>
          <p:nvPr/>
        </p:nvSpPr>
        <p:spPr>
          <a:xfrm>
            <a:off x="8157845" y="6620510"/>
            <a:ext cx="103124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 i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i,j</a:t>
            </a:r>
            <a:endParaRPr lang="en-US" altLang="zh-CN" sz="1200" i="1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</p:spTree>
    <p:custDataLst>
      <p:tags r:id="rId14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9" name="文本框 28"/>
          <p:cNvSpPr txBox="1"/>
          <p:nvPr/>
        </p:nvSpPr>
        <p:spPr>
          <a:xfrm>
            <a:off x="-60960" y="-17145"/>
            <a:ext cx="12253595" cy="6875145"/>
          </a:xfrm>
          <a:prstGeom prst="rect">
            <a:avLst/>
          </a:prstGeom>
          <a:gradFill>
            <a:gsLst>
              <a:gs pos="25000">
                <a:srgbClr val="FCD254"/>
              </a:gs>
              <a:gs pos="75000">
                <a:srgbClr val="FFE890"/>
              </a:gs>
              <a:gs pos="0">
                <a:srgbClr val="EDBE32"/>
              </a:gs>
              <a:gs pos="100000">
                <a:srgbClr val="FFEEB1"/>
              </a:gs>
            </a:gsLst>
            <a:lin ang="18900000" scaled="1"/>
          </a:gradFill>
        </p:spPr>
        <p:txBody>
          <a:bodyPr wrap="square" rtlCol="0">
            <a:noAutofit/>
          </a:bodyPr>
          <a:p>
            <a:endParaRPr lang="zh-CN" altLang="en-US"/>
          </a:p>
        </p:txBody>
      </p:sp>
      <p:cxnSp>
        <p:nvCxnSpPr>
          <p:cNvPr id="4" name="直接连接符 3"/>
          <p:cNvCxnSpPr/>
          <p:nvPr/>
        </p:nvCxnSpPr>
        <p:spPr>
          <a:xfrm>
            <a:off x="5920740" y="-635"/>
            <a:ext cx="13335" cy="6858635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文本框 4"/>
              <p:cNvSpPr txBox="1"/>
              <p:nvPr/>
            </p:nvSpPr>
            <p:spPr>
              <a:xfrm>
                <a:off x="108585" y="191770"/>
                <a:ext cx="5711190" cy="6451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>
                    <a:gradFill>
                      <a:gsLst>
                        <a:gs pos="0">
                          <a:schemeClr val="bg1"/>
                        </a:gs>
                        <a:gs pos="42000">
                          <a:srgbClr val="6ACCF2"/>
                        </a:gs>
                        <a:gs pos="100000">
                          <a:srgbClr val="2497EA"/>
                        </a:gs>
                      </a:gsLst>
                      <a:lin ang="8100000" scaled="1"/>
                    </a:gradFill>
                    <a:effectLst>
                      <a:outerShdw blurRad="38100" dist="25400" dir="5400000" algn="ctr" rotWithShape="0">
                        <a:srgbClr val="6E747A">
                          <a:alpha val="43000"/>
                        </a:srgbClr>
                      </a:outerShdw>
                    </a:effectLst>
                  </a:rPr>
                  <a:t>Using Mathematical Induction,we consider the situation of </a:t>
                </a:r>
                <a14:m>
                  <m:oMath xmlns:m="http://schemas.openxmlformats.org/officeDocument/2006/math">
                    <m:r>
                      <a:rPr lang="en-US" altLang="zh-CN" i="1">
                        <a:gradFill>
                          <a:gsLst>
                            <a:gs pos="0">
                              <a:schemeClr val="bg1"/>
                            </a:gs>
                            <a:gs pos="42000">
                              <a:srgbClr val="6ACCF2"/>
                            </a:gs>
                            <a:gs pos="100000">
                              <a:srgbClr val="2497EA"/>
                            </a:gs>
                          </a:gsLst>
                          <a:lin ang="8100000" scaled="1"/>
                        </a:gradFill>
                        <a:effectLst>
                          <a:outerShdw blurRad="38100" dist="25400" dir="5400000" algn="ctr" rotWithShape="0">
                            <a:srgbClr val="6E747A">
                              <a:alpha val="43000"/>
                            </a:srgbClr>
                          </a:outerShdw>
                        </a:effectLst>
                        <a:latin typeface="Cambria Math" panose="02040503050406030204" charset="0"/>
                        <a:cs typeface="Cambria Math" panose="02040503050406030204" charset="0"/>
                      </a:rPr>
                      <m:t>𝑘</m:t>
                    </m:r>
                    <m:r>
                      <a:rPr lang="en-US" altLang="zh-CN" i="1">
                        <a:gradFill>
                          <a:gsLst>
                            <a:gs pos="0">
                              <a:schemeClr val="bg1"/>
                            </a:gs>
                            <a:gs pos="42000">
                              <a:srgbClr val="6ACCF2"/>
                            </a:gs>
                            <a:gs pos="100000">
                              <a:srgbClr val="2497EA"/>
                            </a:gs>
                          </a:gsLst>
                          <a:lin ang="8100000" scaled="1"/>
                        </a:gradFill>
                        <a:effectLst>
                          <a:outerShdw blurRad="38100" dist="25400" dir="5400000" algn="ctr" rotWithShape="0">
                            <a:srgbClr val="6E747A">
                              <a:alpha val="43000"/>
                            </a:srgbClr>
                          </a:outerShdw>
                        </a:effectLst>
                        <a:latin typeface="Cambria Math" panose="02040503050406030204" charset="0"/>
                        <a:cs typeface="Cambria Math" panose="02040503050406030204" charset="0"/>
                      </a:rPr>
                      <m:t>=</m:t>
                    </m:r>
                    <m:r>
                      <a:rPr lang="en-US" altLang="zh-CN" i="1">
                        <a:gradFill>
                          <a:gsLst>
                            <a:gs pos="0">
                              <a:schemeClr val="bg1"/>
                            </a:gs>
                            <a:gs pos="42000">
                              <a:srgbClr val="6ACCF2"/>
                            </a:gs>
                            <a:gs pos="100000">
                              <a:srgbClr val="2497EA"/>
                            </a:gs>
                          </a:gsLst>
                          <a:lin ang="8100000" scaled="1"/>
                        </a:gradFill>
                        <a:effectLst>
                          <a:outerShdw blurRad="38100" dist="25400" dir="5400000" algn="ctr" rotWithShape="0">
                            <a:srgbClr val="6E747A">
                              <a:alpha val="43000"/>
                            </a:srgbClr>
                          </a:outerShdw>
                        </a:effectLst>
                        <a:latin typeface="Cambria Math" panose="02040503050406030204" charset="0"/>
                        <a:cs typeface="Cambria Math" panose="02040503050406030204" charset="0"/>
                      </a:rPr>
                      <m:t>1</m:t>
                    </m:r>
                  </m:oMath>
                </a14:m>
                <a:r>
                  <a:rPr lang="en-US" altLang="zh-CN">
                    <a:gradFill>
                      <a:gsLst>
                        <a:gs pos="0">
                          <a:schemeClr val="bg1"/>
                        </a:gs>
                        <a:gs pos="42000">
                          <a:srgbClr val="6ACCF2"/>
                        </a:gs>
                        <a:gs pos="100000">
                          <a:srgbClr val="2497EA"/>
                        </a:gs>
                      </a:gsLst>
                      <a:lin ang="8100000" scaled="1"/>
                    </a:gradFill>
                    <a:effectLst>
                      <a:outerShdw blurRad="38100" dist="25400" dir="5400000" algn="ctr" rotWithShape="0">
                        <a:srgbClr val="6E747A">
                          <a:alpha val="43000"/>
                        </a:srgbClr>
                      </a:outerShdw>
                    </a:effectLst>
                  </a:rPr>
                  <a:t>.</a:t>
                </a:r>
                <a:endParaRPr lang="en-US" altLang="zh-CN">
                  <a:gradFill>
                    <a:gsLst>
                      <a:gs pos="0">
                        <a:schemeClr val="bg1"/>
                      </a:gs>
                      <a:gs pos="42000">
                        <a:srgbClr val="6ACCF2"/>
                      </a:gs>
                      <a:gs pos="100000">
                        <a:srgbClr val="2497EA"/>
                      </a:gs>
                    </a:gsLst>
                    <a:lin ang="8100000" scaled="1"/>
                  </a:gra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endParaRPr>
              </a:p>
            </p:txBody>
          </p:sp>
        </mc:Choice>
        <mc:Fallback>
          <p:sp>
            <p:nvSpPr>
              <p:cNvPr id="5" name="文本框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585" y="191770"/>
                <a:ext cx="5711190" cy="645160"/>
              </a:xfrm>
              <a:prstGeom prst="rect">
                <a:avLst/>
              </a:prstGeom>
              <a:blipFill rotWithShape="1">
                <a:blip r:embed="rId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文本框 5"/>
              <p:cNvSpPr txBox="1"/>
              <p:nvPr/>
            </p:nvSpPr>
            <p:spPr>
              <a:xfrm>
                <a:off x="-774700" y="796290"/>
                <a:ext cx="7559040" cy="5994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i="1">
                              <a:solidFill>
                                <a:schemeClr val="accent1"/>
                              </a:solidFill>
                              <a:effectLst>
                                <a:outerShdw blurRad="38100" dist="25400" dir="5400000" algn="ctr" rotWithShape="0">
                                  <a:srgbClr val="6E747A">
                                    <a:alpha val="43000"/>
                                  </a:srgbClr>
                                </a:outerShdw>
                              </a:effectLst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pPr>
                        <m:e>
                          <m:r>
                            <a:rPr lang="en-US" altLang="zh-CN" b="1" i="1">
                              <a:solidFill>
                                <a:schemeClr val="accent1"/>
                              </a:solidFill>
                              <a:effectLst>
                                <a:outerShdw blurRad="38100" dist="25400" dir="5400000" algn="ctr" rotWithShape="0">
                                  <a:srgbClr val="6E747A">
                                    <a:alpha val="43000"/>
                                  </a:srgbClr>
                                </a:outerShdw>
                              </a:effectLst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𝒅</m:t>
                          </m:r>
                        </m:e>
                        <m:sup>
                          <m:r>
                            <a:rPr lang="en-US" altLang="zh-CN" i="1">
                              <a:solidFill>
                                <a:schemeClr val="accent1"/>
                              </a:solidFill>
                              <a:effectLst>
                                <a:outerShdw blurRad="38100" dist="25400" dir="5400000" algn="ctr" rotWithShape="0">
                                  <a:srgbClr val="6E747A">
                                    <a:alpha val="43000"/>
                                  </a:srgbClr>
                                </a:outerShdw>
                              </a:effectLst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∗</m:t>
                          </m:r>
                        </m:sup>
                      </m:sSup>
                      <m:r>
                        <a:rPr lang="en-US" altLang="zh-CN" i="1">
                          <a:solidFill>
                            <a:schemeClr val="accent1"/>
                          </a:solidFill>
                          <a:effectLst>
                            <a:outerShdw blurRad="38100" dist="25400" dir="5400000" algn="ctr" rotWithShape="0">
                              <a:srgbClr val="6E747A">
                                <a:alpha val="43000"/>
                              </a:srgbClr>
                            </a:outerShdw>
                          </a:effectLst>
                          <a:latin typeface="Cambria Math" panose="02040503050406030204" charset="0"/>
                          <a:cs typeface="Cambria Math" panose="02040503050406030204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i="1">
                              <a:solidFill>
                                <a:schemeClr val="accent1"/>
                              </a:solidFill>
                              <a:effectLst>
                                <a:outerShdw blurRad="38100" dist="25400" dir="5400000" algn="ctr" rotWithShape="0">
                                  <a:srgbClr val="6E747A">
                                    <a:alpha val="43000"/>
                                  </a:srgbClr>
                                </a:outerShdw>
                              </a:effectLst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solidFill>
                                <a:schemeClr val="accent1"/>
                              </a:solidFill>
                              <a:effectLst>
                                <a:outerShdw blurRad="38100" dist="25400" dir="5400000" algn="ctr" rotWithShape="0">
                                  <a:srgbClr val="6E747A">
                                    <a:alpha val="43000"/>
                                  </a:srgbClr>
                                </a:outerShdw>
                              </a:effectLst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𝑎𝑟𝑔𝑚𝑖𝑛</m:t>
                          </m:r>
                        </m:e>
                        <m:sub>
                          <m:r>
                            <a:rPr lang="en-US" altLang="zh-CN" b="1" i="1">
                              <a:solidFill>
                                <a:schemeClr val="accent1"/>
                              </a:solidFill>
                              <a:effectLst>
                                <a:outerShdw blurRad="38100" dist="25400" dir="5400000" algn="ctr" rotWithShape="0">
                                  <a:srgbClr val="6E747A">
                                    <a:alpha val="43000"/>
                                  </a:srgbClr>
                                </a:outerShdw>
                              </a:effectLst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𝒅</m:t>
                          </m:r>
                        </m:sub>
                      </m:sSub>
                      <m:nary>
                        <m:naryPr>
                          <m:chr m:val="∑"/>
                          <m:limLoc m:val="subSup"/>
                          <m:supHide m:val="on"/>
                          <m:ctrlPr>
                            <a:rPr lang="en-US" altLang="zh-CN" i="1">
                              <a:solidFill>
                                <a:schemeClr val="accent1"/>
                              </a:solidFill>
                              <a:effectLst>
                                <a:outerShdw blurRad="38100" dist="25400" dir="5400000" algn="ctr" rotWithShape="0">
                                  <a:srgbClr val="6E747A">
                                    <a:alpha val="43000"/>
                                  </a:srgbClr>
                                </a:outerShdw>
                              </a:effectLst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naryPr>
                        <m:sub>
                          <m:r>
                            <a:rPr lang="en-US" altLang="zh-CN" i="1">
                              <a:solidFill>
                                <a:schemeClr val="accent1"/>
                              </a:solidFill>
                              <a:effectLst>
                                <a:outerShdw blurRad="38100" dist="25400" dir="5400000" algn="ctr" rotWithShape="0">
                                  <a:srgbClr val="6E747A">
                                    <a:alpha val="43000"/>
                                  </a:srgbClr>
                                </a:outerShdw>
                              </a:effectLst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𝑖</m:t>
                          </m:r>
                        </m:sub>
                        <m:sup/>
                        <m:e>
                          <m:sSubSup>
                            <m:sSubSupPr>
                              <m:ctrlPr>
                                <a:rPr lang="en-US" altLang="zh-CN" i="1">
                                  <a:solidFill>
                                    <a:schemeClr val="accent1"/>
                                  </a:solidFill>
                                  <a:effectLst>
                                    <a:outerShdw blurRad="38100" dist="25400" dir="5400000" algn="ctr" rotWithShape="0">
                                      <a:srgbClr val="6E747A">
                                        <a:alpha val="43000"/>
                                      </a:srgbClr>
                                    </a:outerShdw>
                                  </a:effectLst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bSupPr>
                            <m:e>
                              <m:d>
                                <m:dPr>
                                  <m:begChr m:val="‖"/>
                                  <m:endChr m:val="‖"/>
                                  <m:ctrlPr>
                                    <a:rPr lang="en-US" altLang="zh-CN" i="1">
                                      <a:solidFill>
                                        <a:schemeClr val="accent1"/>
                                      </a:solidFill>
                                      <a:effectLst>
                                        <a:outerShdw blurRad="38100" dist="25400" dir="5400000" algn="ctr" rotWithShape="0">
                                          <a:srgbClr val="6E747A">
                                            <a:alpha val="43000"/>
                                          </a:srgbClr>
                                        </a:outerShdw>
                                      </a:effectLst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i="1">
                                      <a:solidFill>
                                        <a:schemeClr val="accent1"/>
                                      </a:solidFill>
                                      <a:effectLst>
                                        <a:outerShdw blurRad="38100" dist="25400" dir="5400000" algn="ctr" rotWithShape="0">
                                          <a:srgbClr val="6E747A">
                                            <a:alpha val="43000"/>
                                          </a:srgbClr>
                                        </a:outerShdw>
                                      </a:effectLst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(</m:t>
                                  </m:r>
                                  <m:sSup>
                                    <m:sSupPr>
                                      <m:ctrlPr>
                                        <a:rPr lang="en-US" altLang="zh-CN" b="1" i="1">
                                          <a:solidFill>
                                            <a:schemeClr val="accent1"/>
                                          </a:solidFill>
                                          <a:effectLst>
                                            <a:outerShdw blurRad="38100" dist="25400" dir="5400000" algn="ctr" rotWithShape="0">
                                              <a:srgbClr val="6E747A">
                                                <a:alpha val="43000"/>
                                              </a:srgbClr>
                                            </a:outerShdw>
                                          </a:effectLst>
                                          <a:latin typeface="Cambria Math" panose="02040503050406030204" charset="0"/>
                                          <a:cs typeface="Cambria Math" panose="02040503050406030204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b="1" i="1">
                                          <a:solidFill>
                                            <a:schemeClr val="accent1"/>
                                          </a:solidFill>
                                          <a:effectLst>
                                            <a:outerShdw blurRad="38100" dist="25400" dir="5400000" algn="ctr" rotWithShape="0">
                                              <a:srgbClr val="6E747A">
                                                <a:alpha val="43000"/>
                                              </a:srgbClr>
                                            </a:outerShdw>
                                          </a:effectLst>
                                          <a:latin typeface="Cambria Math" panose="02040503050406030204" charset="0"/>
                                          <a:cs typeface="Cambria Math" panose="02040503050406030204" charset="0"/>
                                        </a:rPr>
                                        <m:t>𝒙</m:t>
                                      </m:r>
                                    </m:e>
                                    <m:sup>
                                      <m:r>
                                        <a:rPr lang="en-US" altLang="zh-CN" b="1" i="1">
                                          <a:solidFill>
                                            <a:schemeClr val="accent1"/>
                                          </a:solidFill>
                                          <a:effectLst>
                                            <a:outerShdw blurRad="38100" dist="25400" dir="5400000" algn="ctr" rotWithShape="0">
                                              <a:srgbClr val="6E747A">
                                                <a:alpha val="43000"/>
                                              </a:srgbClr>
                                            </a:outerShdw>
                                          </a:effectLst>
                                          <a:latin typeface="Cambria Math" panose="02040503050406030204" charset="0"/>
                                          <a:cs typeface="Cambria Math" panose="02040503050406030204" charset="0"/>
                                        </a:rPr>
                                        <m:t>(</m:t>
                                      </m:r>
                                      <m:r>
                                        <a:rPr lang="en-US" altLang="zh-CN" b="1" i="1">
                                          <a:solidFill>
                                            <a:schemeClr val="accent1"/>
                                          </a:solidFill>
                                          <a:effectLst>
                                            <a:outerShdw blurRad="38100" dist="25400" dir="5400000" algn="ctr" rotWithShape="0">
                                              <a:srgbClr val="6E747A">
                                                <a:alpha val="43000"/>
                                              </a:srgbClr>
                                            </a:outerShdw>
                                          </a:effectLst>
                                          <a:latin typeface="Cambria Math" panose="02040503050406030204" charset="0"/>
                                          <a:cs typeface="Cambria Math" panose="02040503050406030204" charset="0"/>
                                        </a:rPr>
                                        <m:t>𝒊</m:t>
                                      </m:r>
                                      <m:r>
                                        <a:rPr lang="en-US" altLang="zh-CN" b="1" i="1">
                                          <a:solidFill>
                                            <a:schemeClr val="accent1"/>
                                          </a:solidFill>
                                          <a:effectLst>
                                            <a:outerShdw blurRad="38100" dist="25400" dir="5400000" algn="ctr" rotWithShape="0">
                                              <a:srgbClr val="6E747A">
                                                <a:alpha val="43000"/>
                                              </a:srgbClr>
                                            </a:outerShdw>
                                          </a:effectLst>
                                          <a:latin typeface="Cambria Math" panose="02040503050406030204" charset="0"/>
                                          <a:cs typeface="Cambria Math" panose="02040503050406030204" charset="0"/>
                                        </a:rPr>
                                        <m:t>)</m:t>
                                      </m:r>
                                    </m:sup>
                                  </m:sSup>
                                  <m:r>
                                    <a:rPr lang="en-US" altLang="zh-CN" i="1">
                                      <a:solidFill>
                                        <a:schemeClr val="accent1"/>
                                      </a:solidFill>
                                      <a:effectLst>
                                        <a:outerShdw blurRad="38100" dist="25400" dir="5400000" algn="ctr" rotWithShape="0">
                                          <a:srgbClr val="6E747A">
                                            <a:alpha val="43000"/>
                                          </a:srgbClr>
                                        </a:outerShdw>
                                      </a:effectLst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−</m:t>
                                  </m:r>
                                  <m:r>
                                    <a:rPr lang="en-US" altLang="zh-CN" b="1" i="1">
                                      <a:solidFill>
                                        <a:schemeClr val="accent1"/>
                                      </a:solidFill>
                                      <a:effectLst>
                                        <a:outerShdw blurRad="38100" dist="25400" dir="5400000" algn="ctr" rotWithShape="0">
                                          <a:srgbClr val="6E747A">
                                            <a:alpha val="43000"/>
                                          </a:srgbClr>
                                        </a:outerShdw>
                                      </a:effectLst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𝒅</m:t>
                                  </m:r>
                                  <m:sSup>
                                    <m:sSupPr>
                                      <m:ctrlPr>
                                        <a:rPr lang="en-US" altLang="zh-CN" i="1">
                                          <a:solidFill>
                                            <a:schemeClr val="accent1"/>
                                          </a:solidFill>
                                          <a:effectLst>
                                            <a:outerShdw blurRad="38100" dist="25400" dir="5400000" algn="ctr" rotWithShape="0">
                                              <a:srgbClr val="6E747A">
                                                <a:alpha val="43000"/>
                                              </a:srgbClr>
                                            </a:outerShdw>
                                          </a:effectLst>
                                          <a:latin typeface="Cambria Math" panose="02040503050406030204" charset="0"/>
                                          <a:cs typeface="Cambria Math" panose="02040503050406030204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b="1" i="1">
                                          <a:solidFill>
                                            <a:schemeClr val="accent1"/>
                                          </a:solidFill>
                                          <a:effectLst>
                                            <a:outerShdw blurRad="38100" dist="25400" dir="5400000" algn="ctr" rotWithShape="0">
                                              <a:srgbClr val="6E747A">
                                                <a:alpha val="43000"/>
                                              </a:srgbClr>
                                            </a:outerShdw>
                                          </a:effectLst>
                                          <a:latin typeface="Cambria Math" panose="02040503050406030204" charset="0"/>
                                          <a:cs typeface="Cambria Math" panose="02040503050406030204" charset="0"/>
                                        </a:rPr>
                                        <m:t>𝒅</m:t>
                                      </m:r>
                                    </m:e>
                                    <m:sup>
                                      <m:r>
                                        <a:rPr lang="en-US" altLang="zh-CN" i="1">
                                          <a:solidFill>
                                            <a:schemeClr val="accent1"/>
                                          </a:solidFill>
                                          <a:effectLst>
                                            <a:outerShdw blurRad="38100" dist="25400" dir="5400000" algn="ctr" rotWithShape="0">
                                              <a:srgbClr val="6E747A">
                                                <a:alpha val="43000"/>
                                              </a:srgbClr>
                                            </a:outerShdw>
                                          </a:effectLst>
                                          <a:latin typeface="Cambria Math" panose="02040503050406030204" charset="0"/>
                                          <a:cs typeface="Cambria Math" panose="02040503050406030204" charset="0"/>
                                        </a:rPr>
                                        <m:t>𝑇</m:t>
                                      </m:r>
                                    </m:sup>
                                  </m:sSup>
                                  <m:sSup>
                                    <m:sSupPr>
                                      <m:ctrlPr>
                                        <a:rPr lang="en-US" altLang="zh-CN" b="1" i="1">
                                          <a:solidFill>
                                            <a:schemeClr val="accent1"/>
                                          </a:solidFill>
                                          <a:effectLst>
                                            <a:outerShdw blurRad="38100" dist="25400" dir="5400000" algn="ctr" rotWithShape="0">
                                              <a:srgbClr val="6E747A">
                                                <a:alpha val="43000"/>
                                              </a:srgbClr>
                                            </a:outerShdw>
                                          </a:effectLst>
                                          <a:latin typeface="Cambria Math" panose="02040503050406030204" charset="0"/>
                                          <a:cs typeface="Cambria Math" panose="02040503050406030204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b="1" i="1">
                                          <a:solidFill>
                                            <a:schemeClr val="accent1"/>
                                          </a:solidFill>
                                          <a:effectLst>
                                            <a:outerShdw blurRad="38100" dist="25400" dir="5400000" algn="ctr" rotWithShape="0">
                                              <a:srgbClr val="6E747A">
                                                <a:alpha val="43000"/>
                                              </a:srgbClr>
                                            </a:outerShdw>
                                          </a:effectLst>
                                          <a:latin typeface="Cambria Math" panose="02040503050406030204" charset="0"/>
                                          <a:cs typeface="Cambria Math" panose="02040503050406030204" charset="0"/>
                                        </a:rPr>
                                        <m:t>𝒙</m:t>
                                      </m:r>
                                    </m:e>
                                    <m:sup>
                                      <m:r>
                                        <a:rPr lang="en-US" altLang="zh-CN" b="1" i="1">
                                          <a:solidFill>
                                            <a:schemeClr val="accent1"/>
                                          </a:solidFill>
                                          <a:effectLst>
                                            <a:outerShdw blurRad="38100" dist="25400" dir="5400000" algn="ctr" rotWithShape="0">
                                              <a:srgbClr val="6E747A">
                                                <a:alpha val="43000"/>
                                              </a:srgbClr>
                                            </a:outerShdw>
                                          </a:effectLst>
                                          <a:latin typeface="Cambria Math" panose="02040503050406030204" charset="0"/>
                                          <a:cs typeface="Cambria Math" panose="02040503050406030204" charset="0"/>
                                        </a:rPr>
                                        <m:t>(</m:t>
                                      </m:r>
                                      <m:r>
                                        <a:rPr lang="en-US" altLang="zh-CN" b="1" i="1">
                                          <a:solidFill>
                                            <a:schemeClr val="accent1"/>
                                          </a:solidFill>
                                          <a:effectLst>
                                            <a:outerShdw blurRad="38100" dist="25400" dir="5400000" algn="ctr" rotWithShape="0">
                                              <a:srgbClr val="6E747A">
                                                <a:alpha val="43000"/>
                                              </a:srgbClr>
                                            </a:outerShdw>
                                          </a:effectLst>
                                          <a:latin typeface="Cambria Math" panose="02040503050406030204" charset="0"/>
                                          <a:cs typeface="Cambria Math" panose="02040503050406030204" charset="0"/>
                                        </a:rPr>
                                        <m:t>𝒊</m:t>
                                      </m:r>
                                      <m:r>
                                        <a:rPr lang="en-US" altLang="zh-CN" b="1" i="1">
                                          <a:solidFill>
                                            <a:schemeClr val="accent1"/>
                                          </a:solidFill>
                                          <a:effectLst>
                                            <a:outerShdw blurRad="38100" dist="25400" dir="5400000" algn="ctr" rotWithShape="0">
                                              <a:srgbClr val="6E747A">
                                                <a:alpha val="43000"/>
                                              </a:srgbClr>
                                            </a:outerShdw>
                                          </a:effectLst>
                                          <a:latin typeface="Cambria Math" panose="02040503050406030204" charset="0"/>
                                          <a:cs typeface="Cambria Math" panose="02040503050406030204" charset="0"/>
                                        </a:rPr>
                                        <m:t>)</m:t>
                                      </m:r>
                                    </m:sup>
                                  </m:sSup>
                                  <m:r>
                                    <a:rPr lang="en-US" altLang="zh-CN" i="1">
                                      <a:solidFill>
                                        <a:schemeClr val="accent1"/>
                                      </a:solidFill>
                                      <a:effectLst>
                                        <a:outerShdw blurRad="38100" dist="25400" dir="5400000" algn="ctr" rotWithShape="0">
                                          <a:srgbClr val="6E747A">
                                            <a:alpha val="43000"/>
                                          </a:srgbClr>
                                        </a:outerShdw>
                                      </a:effectLst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)</m:t>
                                  </m:r>
                                </m:e>
                              </m:d>
                            </m:e>
                            <m:sub>
                              <m:r>
                                <a:rPr lang="en-US" altLang="zh-CN" i="1">
                                  <a:solidFill>
                                    <a:schemeClr val="accent1"/>
                                  </a:solidFill>
                                  <a:effectLst>
                                    <a:outerShdw blurRad="38100" dist="25400" dir="5400000" algn="ctr" rotWithShape="0">
                                      <a:srgbClr val="6E747A">
                                        <a:alpha val="43000"/>
                                      </a:srgbClr>
                                    </a:outerShdw>
                                  </a:effectLst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altLang="zh-CN" i="1">
                                  <a:solidFill>
                                    <a:schemeClr val="accent1"/>
                                  </a:solidFill>
                                  <a:effectLst>
                                    <a:outerShdw blurRad="38100" dist="25400" dir="5400000" algn="ctr" rotWithShape="0">
                                      <a:srgbClr val="6E747A">
                                        <a:alpha val="43000"/>
                                      </a:srgbClr>
                                    </a:outerShdw>
                                  </a:effectLst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en-US" altLang="zh-CN" i="1">
                              <a:solidFill>
                                <a:schemeClr val="accent1"/>
                              </a:solidFill>
                              <a:effectLst>
                                <a:outerShdw blurRad="38100" dist="25400" dir="5400000" algn="ctr" rotWithShape="0">
                                  <a:srgbClr val="6E747A">
                                    <a:alpha val="43000"/>
                                  </a:srgbClr>
                                </a:outerShdw>
                              </a:effectLst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  </m:t>
                          </m:r>
                          <m:r>
                            <a:rPr lang="en-US" altLang="zh-CN" i="1">
                              <a:solidFill>
                                <a:schemeClr val="accent1"/>
                              </a:solidFill>
                              <a:effectLst>
                                <a:outerShdw blurRad="38100" dist="25400" dir="5400000" algn="ctr" rotWithShape="0">
                                  <a:srgbClr val="6E747A">
                                    <a:alpha val="43000"/>
                                  </a:srgbClr>
                                </a:outerShdw>
                              </a:effectLst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𝑠𝑢𝑏𝑗𝑒𝑐𝑡</m:t>
                          </m:r>
                          <m:r>
                            <a:rPr lang="en-US" altLang="zh-CN" i="1">
                              <a:solidFill>
                                <a:schemeClr val="accent1"/>
                              </a:solidFill>
                              <a:effectLst>
                                <a:outerShdw blurRad="38100" dist="25400" dir="5400000" algn="ctr" rotWithShape="0">
                                  <a:srgbClr val="6E747A">
                                    <a:alpha val="43000"/>
                                  </a:srgbClr>
                                </a:outerShdw>
                              </a:effectLst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 </m:t>
                          </m:r>
                          <m:r>
                            <a:rPr lang="en-US" altLang="zh-CN" i="1">
                              <a:solidFill>
                                <a:schemeClr val="accent1"/>
                              </a:solidFill>
                              <a:effectLst>
                                <a:outerShdw blurRad="38100" dist="25400" dir="5400000" algn="ctr" rotWithShape="0">
                                  <a:srgbClr val="6E747A">
                                    <a:alpha val="43000"/>
                                  </a:srgbClr>
                                </a:outerShdw>
                              </a:effectLst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𝑡𝑜</m:t>
                          </m:r>
                          <m:r>
                            <a:rPr lang="en-US" altLang="zh-CN" i="1">
                              <a:solidFill>
                                <a:schemeClr val="accent1"/>
                              </a:solidFill>
                              <a:effectLst>
                                <a:outerShdw blurRad="38100" dist="25400" dir="5400000" algn="ctr" rotWithShape="0">
                                  <a:srgbClr val="6E747A">
                                    <a:alpha val="43000"/>
                                  </a:srgbClr>
                                </a:outerShdw>
                              </a:effectLst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 </m:t>
                          </m:r>
                          <m:sSub>
                            <m:sSubPr>
                              <m:ctrlPr>
                                <a:rPr lang="en-US" altLang="zh-CN" i="1">
                                  <a:solidFill>
                                    <a:schemeClr val="accent1"/>
                                  </a:solidFill>
                                  <a:effectLst>
                                    <a:outerShdw blurRad="38100" dist="25400" dir="5400000" algn="ctr" rotWithShape="0">
                                      <a:srgbClr val="6E747A">
                                        <a:alpha val="43000"/>
                                      </a:srgbClr>
                                    </a:outerShdw>
                                  </a:effectLst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d>
                                <m:dPr>
                                  <m:begChr m:val="‖"/>
                                  <m:endChr m:val="‖"/>
                                  <m:ctrlPr>
                                    <a:rPr lang="en-US" altLang="zh-CN" i="1">
                                      <a:solidFill>
                                        <a:schemeClr val="accent1"/>
                                      </a:solidFill>
                                      <a:effectLst>
                                        <a:outerShdw blurRad="38100" dist="25400" dir="5400000" algn="ctr" rotWithShape="0">
                                          <a:srgbClr val="6E747A">
                                            <a:alpha val="43000"/>
                                          </a:srgbClr>
                                        </a:outerShdw>
                                      </a:effectLst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b="1" i="1">
                                      <a:solidFill>
                                        <a:schemeClr val="accent1"/>
                                      </a:solidFill>
                                      <a:effectLst>
                                        <a:outerShdw blurRad="38100" dist="25400" dir="5400000" algn="ctr" rotWithShape="0">
                                          <a:srgbClr val="6E747A">
                                            <a:alpha val="43000"/>
                                          </a:srgbClr>
                                        </a:outerShdw>
                                      </a:effectLst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𝒅</m:t>
                                  </m:r>
                                </m:e>
                              </m:d>
                            </m:e>
                            <m:sub>
                              <m:r>
                                <a:rPr lang="en-US" altLang="zh-CN" i="1">
                                  <a:solidFill>
                                    <a:schemeClr val="accent1"/>
                                  </a:solidFill>
                                  <a:effectLst>
                                    <a:outerShdw blurRad="38100" dist="25400" dir="5400000" algn="ctr" rotWithShape="0">
                                      <a:srgbClr val="6E747A">
                                        <a:alpha val="43000"/>
                                      </a:srgbClr>
                                    </a:outerShdw>
                                  </a:effectLst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i="1">
                              <a:solidFill>
                                <a:schemeClr val="accent1"/>
                              </a:solidFill>
                              <a:effectLst>
                                <a:outerShdw blurRad="38100" dist="25400" dir="5400000" algn="ctr" rotWithShape="0">
                                  <a:srgbClr val="6E747A">
                                    <a:alpha val="43000"/>
                                  </a:srgbClr>
                                </a:outerShdw>
                              </a:effectLst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=</m:t>
                          </m:r>
                          <m:r>
                            <a:rPr lang="en-US" altLang="zh-CN" i="1">
                              <a:solidFill>
                                <a:schemeClr val="accent1"/>
                              </a:solidFill>
                              <a:effectLst>
                                <a:outerShdw blurRad="38100" dist="25400" dir="5400000" algn="ctr" rotWithShape="0">
                                  <a:srgbClr val="6E747A">
                                    <a:alpha val="43000"/>
                                  </a:srgbClr>
                                </a:outerShdw>
                              </a:effectLst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1</m:t>
                          </m:r>
                        </m:e>
                      </m:nary>
                    </m:oMath>
                  </m:oMathPara>
                </a14:m>
                <a:endParaRPr lang="en-US" altLang="zh-CN" i="1"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6" name="文本框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774700" y="796290"/>
                <a:ext cx="7559040" cy="599440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文本框 7"/>
              <p:cNvSpPr txBox="1"/>
              <p:nvPr/>
            </p:nvSpPr>
            <p:spPr>
              <a:xfrm>
                <a:off x="108585" y="1384935"/>
                <a:ext cx="6055360" cy="3733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>
                    <a:gradFill>
                      <a:gsLst>
                        <a:gs pos="0">
                          <a:schemeClr val="bg1"/>
                        </a:gs>
                        <a:gs pos="42000">
                          <a:srgbClr val="6ACCF2"/>
                        </a:gs>
                        <a:gs pos="100000">
                          <a:srgbClr val="2497EA"/>
                        </a:gs>
                      </a:gsLst>
                      <a:lin ang="8100000" scaled="1"/>
                    </a:gradFill>
                    <a:effectLst>
                      <a:outerShdw blurRad="38100" dist="25400" dir="5400000" algn="ctr" rotWithShape="0">
                        <a:srgbClr val="6E747A">
                          <a:alpha val="43000"/>
                        </a:srgbClr>
                      </a:outerShdw>
                    </a:effectLst>
                    <a:latin typeface="Cambria Math" panose="02040503050406030204" charset="0"/>
                    <a:cs typeface="Cambria Math" panose="02040503050406030204" charset="0"/>
                  </a:rPr>
                  <a:t>Taking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>
                            <a:gradFill>
                              <a:gsLst>
                                <a:gs pos="0">
                                  <a:schemeClr val="bg1"/>
                                </a:gs>
                                <a:gs pos="42000">
                                  <a:srgbClr val="6ACCF2"/>
                                </a:gs>
                                <a:gs pos="100000">
                                  <a:srgbClr val="2497EA"/>
                                </a:gs>
                              </a:gsLst>
                              <a:lin ang="8100000" scaled="1"/>
                            </a:gradFill>
                            <a:effectLst>
                              <a:outerShdw blurRad="38100" dist="25400" dir="5400000" algn="ctr" rotWithShape="0">
                                <a:srgbClr val="6E747A">
                                  <a:alpha val="43000"/>
                                </a:srgbClr>
                              </a:outerShdw>
                            </a:effectLst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pPr>
                      <m:e>
                        <m:r>
                          <a:rPr lang="en-US" altLang="zh-CN" b="1" i="1">
                            <a:gradFill>
                              <a:gsLst>
                                <a:gs pos="0">
                                  <a:schemeClr val="bg1"/>
                                </a:gs>
                                <a:gs pos="42000">
                                  <a:srgbClr val="6ACCF2"/>
                                </a:gs>
                                <a:gs pos="100000">
                                  <a:srgbClr val="2497EA"/>
                                </a:gs>
                              </a:gsLst>
                              <a:lin ang="8100000" scaled="1"/>
                            </a:gradFill>
                            <a:effectLst>
                              <a:outerShdw blurRad="38100" dist="25400" dir="5400000" algn="ctr" rotWithShape="0">
                                <a:srgbClr val="6E747A">
                                  <a:alpha val="43000"/>
                                </a:srgbClr>
                              </a:outerShdw>
                            </a:effectLst>
                            <a:latin typeface="Cambria Math" panose="02040503050406030204" charset="0"/>
                            <a:cs typeface="Cambria Math" panose="02040503050406030204" charset="0"/>
                          </a:rPr>
                          <m:t>𝒅</m:t>
                        </m:r>
                      </m:e>
                      <m:sup>
                        <m:r>
                          <a:rPr lang="en-US" altLang="zh-CN" i="1">
                            <a:gradFill>
                              <a:gsLst>
                                <a:gs pos="0">
                                  <a:schemeClr val="bg1"/>
                                </a:gs>
                                <a:gs pos="42000">
                                  <a:srgbClr val="6ACCF2"/>
                                </a:gs>
                                <a:gs pos="100000">
                                  <a:srgbClr val="2497EA"/>
                                </a:gs>
                              </a:gsLst>
                              <a:lin ang="8100000" scaled="1"/>
                            </a:gradFill>
                            <a:effectLst>
                              <a:outerShdw blurRad="38100" dist="25400" dir="5400000" algn="ctr" rotWithShape="0">
                                <a:srgbClr val="6E747A">
                                  <a:alpha val="43000"/>
                                </a:srgbClr>
                              </a:outerShdw>
                            </a:effectLst>
                            <a:latin typeface="Cambria Math" panose="02040503050406030204" charset="0"/>
                            <a:cs typeface="Cambria Math" panose="02040503050406030204" charset="0"/>
                          </a:rPr>
                          <m:t>𝑇</m:t>
                        </m:r>
                      </m:sup>
                    </m:sSup>
                    <m:sSup>
                      <m:sSupPr>
                        <m:ctrlPr>
                          <a:rPr lang="en-US" altLang="zh-CN" i="1">
                            <a:gradFill>
                              <a:gsLst>
                                <a:gs pos="0">
                                  <a:schemeClr val="bg1"/>
                                </a:gs>
                                <a:gs pos="42000">
                                  <a:srgbClr val="6ACCF2"/>
                                </a:gs>
                                <a:gs pos="100000">
                                  <a:srgbClr val="2497EA"/>
                                </a:gs>
                              </a:gsLst>
                              <a:lin ang="8100000" scaled="1"/>
                            </a:gradFill>
                            <a:effectLst>
                              <a:outerShdw blurRad="38100" dist="25400" dir="5400000" algn="ctr" rotWithShape="0">
                                <a:srgbClr val="6E747A">
                                  <a:alpha val="43000"/>
                                </a:srgbClr>
                              </a:outerShdw>
                            </a:effectLst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pPr>
                      <m:e>
                        <m:r>
                          <a:rPr lang="en-US" altLang="zh-CN" b="1" i="1">
                            <a:gradFill>
                              <a:gsLst>
                                <a:gs pos="0">
                                  <a:schemeClr val="bg1"/>
                                </a:gs>
                                <a:gs pos="42000">
                                  <a:srgbClr val="6ACCF2"/>
                                </a:gs>
                                <a:gs pos="100000">
                                  <a:srgbClr val="2497EA"/>
                                </a:gs>
                              </a:gsLst>
                              <a:lin ang="8100000" scaled="1"/>
                            </a:gradFill>
                            <a:effectLst>
                              <a:outerShdw blurRad="38100" dist="25400" dir="5400000" algn="ctr" rotWithShape="0">
                                <a:srgbClr val="6E747A">
                                  <a:alpha val="43000"/>
                                </a:srgbClr>
                              </a:outerShdw>
                            </a:effectLst>
                            <a:latin typeface="Cambria Math" panose="02040503050406030204" charset="0"/>
                            <a:cs typeface="Cambria Math" panose="02040503050406030204" charset="0"/>
                          </a:rPr>
                          <m:t>𝒙</m:t>
                        </m:r>
                      </m:e>
                      <m:sup>
                        <m:r>
                          <a:rPr lang="en-US" altLang="zh-CN" i="1">
                            <a:gradFill>
                              <a:gsLst>
                                <a:gs pos="0">
                                  <a:schemeClr val="bg1"/>
                                </a:gs>
                                <a:gs pos="42000">
                                  <a:srgbClr val="6ACCF2"/>
                                </a:gs>
                                <a:gs pos="100000">
                                  <a:srgbClr val="2497EA"/>
                                </a:gs>
                              </a:gsLst>
                              <a:lin ang="8100000" scaled="1"/>
                            </a:gradFill>
                            <a:effectLst>
                              <a:outerShdw blurRad="38100" dist="25400" dir="5400000" algn="ctr" rotWithShape="0">
                                <a:srgbClr val="6E747A">
                                  <a:alpha val="43000"/>
                                </a:srgbClr>
                              </a:outerShdw>
                            </a:effectLst>
                            <a:latin typeface="Cambria Math" panose="02040503050406030204" charset="0"/>
                            <a:cs typeface="Cambria Math" panose="02040503050406030204" charset="0"/>
                          </a:rPr>
                          <m:t>(</m:t>
                        </m:r>
                        <m:r>
                          <a:rPr lang="en-US" altLang="zh-CN" i="1">
                            <a:gradFill>
                              <a:gsLst>
                                <a:gs pos="0">
                                  <a:schemeClr val="bg1"/>
                                </a:gs>
                                <a:gs pos="42000">
                                  <a:srgbClr val="6ACCF2"/>
                                </a:gs>
                                <a:gs pos="100000">
                                  <a:srgbClr val="2497EA"/>
                                </a:gs>
                              </a:gsLst>
                              <a:lin ang="8100000" scaled="1"/>
                            </a:gradFill>
                            <a:effectLst>
                              <a:outerShdw blurRad="38100" dist="25400" dir="5400000" algn="ctr" rotWithShape="0">
                                <a:srgbClr val="6E747A">
                                  <a:alpha val="43000"/>
                                </a:srgbClr>
                              </a:outerShdw>
                            </a:effectLst>
                            <a:latin typeface="Cambria Math" panose="02040503050406030204" charset="0"/>
                            <a:cs typeface="Cambria Math" panose="02040503050406030204" charset="0"/>
                          </a:rPr>
                          <m:t>𝑖</m:t>
                        </m:r>
                        <m:r>
                          <a:rPr lang="en-US" altLang="zh-CN" i="1">
                            <a:gradFill>
                              <a:gsLst>
                                <a:gs pos="0">
                                  <a:schemeClr val="bg1"/>
                                </a:gs>
                                <a:gs pos="42000">
                                  <a:srgbClr val="6ACCF2"/>
                                </a:gs>
                                <a:gs pos="100000">
                                  <a:srgbClr val="2497EA"/>
                                </a:gs>
                              </a:gsLst>
                              <a:lin ang="8100000" scaled="1"/>
                            </a:gradFill>
                            <a:effectLst>
                              <a:outerShdw blurRad="38100" dist="25400" dir="5400000" algn="ctr" rotWithShape="0">
                                <a:srgbClr val="6E747A">
                                  <a:alpha val="43000"/>
                                </a:srgbClr>
                              </a:outerShdw>
                            </a:effectLst>
                            <a:latin typeface="Cambria Math" panose="02040503050406030204" charset="0"/>
                            <a:cs typeface="Cambria Math" panose="02040503050406030204" charset="0"/>
                          </a:rPr>
                          <m:t>)</m:t>
                        </m:r>
                      </m:sup>
                    </m:sSup>
                    <m:r>
                      <a:rPr lang="en-US" altLang="zh-CN" i="1">
                        <a:gradFill>
                          <a:gsLst>
                            <a:gs pos="0">
                              <a:schemeClr val="bg1"/>
                            </a:gs>
                            <a:gs pos="42000">
                              <a:srgbClr val="6ACCF2"/>
                            </a:gs>
                            <a:gs pos="100000">
                              <a:srgbClr val="2497EA"/>
                            </a:gs>
                          </a:gsLst>
                          <a:lin ang="8100000" scaled="1"/>
                        </a:gradFill>
                        <a:effectLst>
                          <a:outerShdw blurRad="38100" dist="25400" dir="5400000" algn="ctr" rotWithShape="0">
                            <a:srgbClr val="6E747A">
                              <a:alpha val="43000"/>
                            </a:srgbClr>
                          </a:outerShdw>
                        </a:effectLst>
                        <a:latin typeface="Cambria Math" panose="02040503050406030204" charset="0"/>
                        <a:cs typeface="Cambria Math" panose="02040503050406030204" charset="0"/>
                      </a:rPr>
                      <m:t>=</m:t>
                    </m:r>
                    <m:sSup>
                      <m:sSupPr>
                        <m:ctrlPr>
                          <a:rPr lang="en-US" altLang="zh-CN" i="1">
                            <a:gradFill>
                              <a:gsLst>
                                <a:gs pos="0">
                                  <a:schemeClr val="bg1"/>
                                </a:gs>
                                <a:gs pos="42000">
                                  <a:srgbClr val="6ACCF2"/>
                                </a:gs>
                                <a:gs pos="100000">
                                  <a:srgbClr val="2497EA"/>
                                </a:gs>
                              </a:gsLst>
                              <a:lin ang="8100000" scaled="1"/>
                            </a:gradFill>
                            <a:effectLst>
                              <a:outerShdw blurRad="38100" dist="25400" dir="5400000" algn="ctr" rotWithShape="0">
                                <a:srgbClr val="6E747A">
                                  <a:alpha val="43000"/>
                                </a:srgbClr>
                              </a:outerShdw>
                            </a:effectLst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pPr>
                      <m:e>
                        <m:r>
                          <a:rPr lang="en-US" altLang="zh-CN" b="1" i="1">
                            <a:gradFill>
                              <a:gsLst>
                                <a:gs pos="0">
                                  <a:schemeClr val="bg1"/>
                                </a:gs>
                                <a:gs pos="42000">
                                  <a:srgbClr val="6ACCF2"/>
                                </a:gs>
                                <a:gs pos="100000">
                                  <a:srgbClr val="2497EA"/>
                                </a:gs>
                              </a:gsLst>
                              <a:lin ang="8100000" scaled="1"/>
                            </a:gradFill>
                            <a:effectLst>
                              <a:outerShdw blurRad="38100" dist="25400" dir="5400000" algn="ctr" rotWithShape="0">
                                <a:srgbClr val="6E747A">
                                  <a:alpha val="43000"/>
                                </a:srgbClr>
                              </a:outerShdw>
                            </a:effectLst>
                            <a:latin typeface="Cambria Math" panose="02040503050406030204" charset="0"/>
                            <a:cs typeface="Cambria Math" panose="02040503050406030204" charset="0"/>
                          </a:rPr>
                          <m:t>𝒙</m:t>
                        </m:r>
                      </m:e>
                      <m:sup>
                        <m:sSup>
                          <m:sSupPr>
                            <m:ctrlPr>
                              <a:rPr lang="en-US" altLang="zh-CN" i="1">
                                <a:gradFill>
                                  <a:gsLst>
                                    <a:gs pos="0">
                                      <a:schemeClr val="bg1"/>
                                    </a:gs>
                                    <a:gs pos="42000">
                                      <a:srgbClr val="6ACCF2"/>
                                    </a:gs>
                                    <a:gs pos="100000">
                                      <a:srgbClr val="2497EA"/>
                                    </a:gs>
                                  </a:gsLst>
                                  <a:lin ang="8100000" scaled="1"/>
                                </a:gradFill>
                                <a:effectLst>
                                  <a:outerShdw blurRad="38100" dist="25400" dir="5400000" algn="ctr" rotWithShape="0">
                                    <a:srgbClr val="6E747A">
                                      <a:alpha val="43000"/>
                                    </a:srgbClr>
                                  </a:outerShdw>
                                </a:effectLst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gradFill>
                                  <a:gsLst>
                                    <a:gs pos="0">
                                      <a:schemeClr val="bg1"/>
                                    </a:gs>
                                    <a:gs pos="42000">
                                      <a:srgbClr val="6ACCF2"/>
                                    </a:gs>
                                    <a:gs pos="100000">
                                      <a:srgbClr val="2497EA"/>
                                    </a:gs>
                                  </a:gsLst>
                                  <a:lin ang="8100000" scaled="1"/>
                                </a:gradFill>
                                <a:effectLst>
                                  <a:outerShdw blurRad="38100" dist="25400" dir="5400000" algn="ctr" rotWithShape="0">
                                    <a:srgbClr val="6E747A">
                                      <a:alpha val="43000"/>
                                    </a:srgbClr>
                                  </a:outerShdw>
                                </a:effectLst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(</m:t>
                            </m:r>
                            <m:r>
                              <a:rPr lang="en-US" altLang="zh-CN" i="1">
                                <a:gradFill>
                                  <a:gsLst>
                                    <a:gs pos="0">
                                      <a:schemeClr val="bg1"/>
                                    </a:gs>
                                    <a:gs pos="42000">
                                      <a:srgbClr val="6ACCF2"/>
                                    </a:gs>
                                    <a:gs pos="100000">
                                      <a:srgbClr val="2497EA"/>
                                    </a:gs>
                                  </a:gsLst>
                                  <a:lin ang="8100000" scaled="1"/>
                                </a:gradFill>
                                <a:effectLst>
                                  <a:outerShdw blurRad="38100" dist="25400" dir="5400000" algn="ctr" rotWithShape="0">
                                    <a:srgbClr val="6E747A">
                                      <a:alpha val="43000"/>
                                    </a:srgbClr>
                                  </a:outerShdw>
                                </a:effectLst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𝑖</m:t>
                            </m:r>
                            <m:r>
                              <a:rPr lang="en-US" altLang="zh-CN" i="1">
                                <a:gradFill>
                                  <a:gsLst>
                                    <a:gs pos="0">
                                      <a:schemeClr val="bg1"/>
                                    </a:gs>
                                    <a:gs pos="42000">
                                      <a:srgbClr val="6ACCF2"/>
                                    </a:gs>
                                    <a:gs pos="100000">
                                      <a:srgbClr val="2497EA"/>
                                    </a:gs>
                                  </a:gsLst>
                                  <a:lin ang="8100000" scaled="1"/>
                                </a:gradFill>
                                <a:effectLst>
                                  <a:outerShdw blurRad="38100" dist="25400" dir="5400000" algn="ctr" rotWithShape="0">
                                    <a:srgbClr val="6E747A">
                                      <a:alpha val="43000"/>
                                    </a:srgbClr>
                                  </a:outerShdw>
                                </a:effectLst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altLang="zh-CN" i="1">
                                <a:gradFill>
                                  <a:gsLst>
                                    <a:gs pos="0">
                                      <a:schemeClr val="bg1"/>
                                    </a:gs>
                                    <a:gs pos="42000">
                                      <a:srgbClr val="6ACCF2"/>
                                    </a:gs>
                                    <a:gs pos="100000">
                                      <a:srgbClr val="2497EA"/>
                                    </a:gs>
                                  </a:gsLst>
                                  <a:lin ang="8100000" scaled="1"/>
                                </a:gradFill>
                                <a:effectLst>
                                  <a:outerShdw blurRad="38100" dist="25400" dir="5400000" algn="ctr" rotWithShape="0">
                                    <a:srgbClr val="6E747A">
                                      <a:alpha val="43000"/>
                                    </a:srgbClr>
                                  </a:outerShdw>
                                </a:effectLst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𝑇</m:t>
                            </m:r>
                          </m:sup>
                        </m:sSup>
                      </m:sup>
                    </m:sSup>
                    <m:r>
                      <a:rPr lang="en-US" altLang="zh-CN" b="1" i="1">
                        <a:gradFill>
                          <a:gsLst>
                            <a:gs pos="0">
                              <a:schemeClr val="bg1"/>
                            </a:gs>
                            <a:gs pos="42000">
                              <a:srgbClr val="6ACCF2"/>
                            </a:gs>
                            <a:gs pos="100000">
                              <a:srgbClr val="2497EA"/>
                            </a:gs>
                          </a:gsLst>
                          <a:lin ang="8100000" scaled="1"/>
                        </a:gradFill>
                        <a:effectLst>
                          <a:outerShdw blurRad="38100" dist="25400" dir="5400000" algn="ctr" rotWithShape="0">
                            <a:srgbClr val="6E747A">
                              <a:alpha val="43000"/>
                            </a:srgbClr>
                          </a:outerShdw>
                        </a:effectLst>
                        <a:latin typeface="Cambria Math" panose="02040503050406030204" charset="0"/>
                        <a:cs typeface="Cambria Math" panose="02040503050406030204" charset="0"/>
                      </a:rPr>
                      <m:t>𝒅</m:t>
                    </m:r>
                  </m:oMath>
                </a14:m>
                <a:r>
                  <a:rPr lang="en-US" altLang="zh-CN" i="1">
                    <a:gradFill>
                      <a:gsLst>
                        <a:gs pos="0">
                          <a:schemeClr val="bg1"/>
                        </a:gs>
                        <a:gs pos="42000">
                          <a:srgbClr val="6ACCF2"/>
                        </a:gs>
                        <a:gs pos="100000">
                          <a:srgbClr val="2497EA"/>
                        </a:gs>
                      </a:gsLst>
                      <a:lin ang="8100000" scaled="1"/>
                    </a:gradFill>
                    <a:effectLst>
                      <a:outerShdw blurRad="38100" dist="25400" dir="5400000" algn="ctr" rotWithShape="0">
                        <a:srgbClr val="6E747A">
                          <a:alpha val="43000"/>
                        </a:srgbClr>
                      </a:outerShdw>
                    </a:effectLst>
                    <a:latin typeface="Cambria Math" panose="02040503050406030204" charset="0"/>
                    <a:cs typeface="Cambria Math" panose="02040503050406030204" charset="0"/>
                  </a:rPr>
                  <a:t> </a:t>
                </a:r>
                <a:r>
                  <a:rPr lang="en-US" altLang="zh-CN">
                    <a:gradFill>
                      <a:gsLst>
                        <a:gs pos="0">
                          <a:schemeClr val="bg1"/>
                        </a:gs>
                        <a:gs pos="42000">
                          <a:srgbClr val="6ACCF2"/>
                        </a:gs>
                        <a:gs pos="100000">
                          <a:srgbClr val="2497EA"/>
                        </a:gs>
                      </a:gsLst>
                      <a:lin ang="8100000" scaled="1"/>
                    </a:gradFill>
                    <a:effectLst>
                      <a:outerShdw blurRad="38100" dist="25400" dir="5400000" algn="ctr" rotWithShape="0">
                        <a:srgbClr val="6E747A">
                          <a:alpha val="43000"/>
                        </a:srgbClr>
                      </a:outerShdw>
                    </a:effectLst>
                    <a:latin typeface="Cambria Math" panose="02040503050406030204" charset="0"/>
                    <a:cs typeface="Cambria Math" panose="02040503050406030204" charset="0"/>
                  </a:rPr>
                  <a:t>into consideration,we have:</a:t>
                </a:r>
                <a:endParaRPr lang="en-US" altLang="zh-CN">
                  <a:gradFill>
                    <a:gsLst>
                      <a:gs pos="0">
                        <a:schemeClr val="bg1"/>
                      </a:gs>
                      <a:gs pos="42000">
                        <a:srgbClr val="6ACCF2"/>
                      </a:gs>
                      <a:gs pos="100000">
                        <a:srgbClr val="2497EA"/>
                      </a:gs>
                    </a:gsLst>
                    <a:lin ang="8100000" scaled="1"/>
                  </a:gra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585" y="1384935"/>
                <a:ext cx="6055360" cy="373380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文本框 8"/>
              <p:cNvSpPr txBox="1"/>
              <p:nvPr/>
            </p:nvSpPr>
            <p:spPr>
              <a:xfrm>
                <a:off x="-666750" y="1758315"/>
                <a:ext cx="7343140" cy="8782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i="1">
                              <a:solidFill>
                                <a:schemeClr val="accent1"/>
                              </a:solidFill>
                              <a:effectLst>
                                <a:outerShdw blurRad="38100" dist="25400" dir="5400000" algn="ctr" rotWithShape="0">
                                  <a:srgbClr val="6E747A">
                                    <a:alpha val="43000"/>
                                  </a:srgbClr>
                                </a:outerShdw>
                              </a:effectLst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pPr>
                        <m:e>
                          <m:r>
                            <a:rPr lang="en-US" altLang="zh-CN" b="1" i="1">
                              <a:solidFill>
                                <a:schemeClr val="accent1"/>
                              </a:solidFill>
                              <a:effectLst>
                                <a:outerShdw blurRad="38100" dist="25400" dir="5400000" algn="ctr" rotWithShape="0">
                                  <a:srgbClr val="6E747A">
                                    <a:alpha val="43000"/>
                                  </a:srgbClr>
                                </a:outerShdw>
                              </a:effectLst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𝒅</m:t>
                          </m:r>
                        </m:e>
                        <m:sup>
                          <m:r>
                            <a:rPr lang="en-US" altLang="zh-CN" i="1">
                              <a:solidFill>
                                <a:schemeClr val="accent1"/>
                              </a:solidFill>
                              <a:effectLst>
                                <a:outerShdw blurRad="38100" dist="25400" dir="5400000" algn="ctr" rotWithShape="0">
                                  <a:srgbClr val="6E747A">
                                    <a:alpha val="43000"/>
                                  </a:srgbClr>
                                </a:outerShdw>
                              </a:effectLst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∗</m:t>
                          </m:r>
                        </m:sup>
                      </m:sSup>
                      <m:r>
                        <a:rPr lang="en-US" altLang="zh-CN" i="1">
                          <a:solidFill>
                            <a:schemeClr val="accent1"/>
                          </a:solidFill>
                          <a:effectLst>
                            <a:outerShdw blurRad="38100" dist="25400" dir="5400000" algn="ctr" rotWithShape="0">
                              <a:srgbClr val="6E747A">
                                <a:alpha val="43000"/>
                              </a:srgbClr>
                            </a:outerShdw>
                          </a:effectLst>
                          <a:latin typeface="Cambria Math" panose="02040503050406030204" charset="0"/>
                          <a:cs typeface="Cambria Math" panose="02040503050406030204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i="1">
                              <a:solidFill>
                                <a:schemeClr val="accent1"/>
                              </a:solidFill>
                              <a:effectLst>
                                <a:outerShdw blurRad="38100" dist="25400" dir="5400000" algn="ctr" rotWithShape="0">
                                  <a:srgbClr val="6E747A">
                                    <a:alpha val="43000"/>
                                  </a:srgbClr>
                                </a:outerShdw>
                              </a:effectLst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solidFill>
                                <a:schemeClr val="accent1"/>
                              </a:solidFill>
                              <a:effectLst>
                                <a:outerShdw blurRad="38100" dist="25400" dir="5400000" algn="ctr" rotWithShape="0">
                                  <a:srgbClr val="6E747A">
                                    <a:alpha val="43000"/>
                                  </a:srgbClr>
                                </a:outerShdw>
                              </a:effectLst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𝑎𝑟𝑔𝑚𝑖𝑛</m:t>
                          </m:r>
                        </m:e>
                        <m:sub>
                          <m:r>
                            <a:rPr lang="en-US" altLang="zh-CN" b="1" i="1">
                              <a:solidFill>
                                <a:schemeClr val="accent1"/>
                              </a:solidFill>
                              <a:effectLst>
                                <a:outerShdw blurRad="38100" dist="25400" dir="5400000" algn="ctr" rotWithShape="0">
                                  <a:srgbClr val="6E747A">
                                    <a:alpha val="43000"/>
                                  </a:srgbClr>
                                </a:outerShdw>
                              </a:effectLst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𝒅</m:t>
                          </m:r>
                        </m:sub>
                      </m:sSub>
                      <m:nary>
                        <m:naryPr>
                          <m:chr m:val="∑"/>
                          <m:limLoc m:val="subSup"/>
                          <m:supHide m:val="on"/>
                          <m:ctrlPr>
                            <a:rPr lang="en-US" altLang="zh-CN" i="1">
                              <a:solidFill>
                                <a:schemeClr val="accent1"/>
                              </a:solidFill>
                              <a:effectLst>
                                <a:outerShdw blurRad="38100" dist="25400" dir="5400000" algn="ctr" rotWithShape="0">
                                  <a:srgbClr val="6E747A">
                                    <a:alpha val="43000"/>
                                  </a:srgbClr>
                                </a:outerShdw>
                              </a:effectLst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naryPr>
                        <m:sub>
                          <m:r>
                            <a:rPr lang="en-US" altLang="zh-CN" i="1">
                              <a:solidFill>
                                <a:schemeClr val="accent1"/>
                              </a:solidFill>
                              <a:effectLst>
                                <a:outerShdw blurRad="38100" dist="25400" dir="5400000" algn="ctr" rotWithShape="0">
                                  <a:srgbClr val="6E747A">
                                    <a:alpha val="43000"/>
                                  </a:srgbClr>
                                </a:outerShdw>
                              </a:effectLst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𝑖</m:t>
                          </m:r>
                        </m:sub>
                        <m:sup/>
                        <m:e>
                          <m:sSubSup>
                            <m:sSubSupPr>
                              <m:ctrlPr>
                                <a:rPr lang="en-US" altLang="zh-CN" i="1">
                                  <a:solidFill>
                                    <a:schemeClr val="accent1"/>
                                  </a:solidFill>
                                  <a:effectLst>
                                    <a:outerShdw blurRad="38100" dist="25400" dir="5400000" algn="ctr" rotWithShape="0">
                                      <a:srgbClr val="6E747A">
                                        <a:alpha val="43000"/>
                                      </a:srgbClr>
                                    </a:outerShdw>
                                  </a:effectLst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bSupPr>
                            <m:e>
                              <m:d>
                                <m:dPr>
                                  <m:begChr m:val="‖"/>
                                  <m:endChr m:val="‖"/>
                                  <m:ctrlPr>
                                    <a:rPr lang="en-US" altLang="zh-CN" i="1">
                                      <a:solidFill>
                                        <a:schemeClr val="accent1"/>
                                      </a:solidFill>
                                      <a:effectLst>
                                        <a:outerShdw blurRad="38100" dist="25400" dir="5400000" algn="ctr" rotWithShape="0">
                                          <a:srgbClr val="6E747A">
                                            <a:alpha val="43000"/>
                                          </a:srgbClr>
                                        </a:outerShdw>
                                      </a:effectLst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i="1">
                                      <a:solidFill>
                                        <a:schemeClr val="accent1"/>
                                      </a:solidFill>
                                      <a:effectLst>
                                        <a:outerShdw blurRad="38100" dist="25400" dir="5400000" algn="ctr" rotWithShape="0">
                                          <a:srgbClr val="6E747A">
                                            <a:alpha val="43000"/>
                                          </a:srgbClr>
                                        </a:outerShdw>
                                      </a:effectLst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(</m:t>
                                  </m:r>
                                  <m:sSup>
                                    <m:sSupPr>
                                      <m:ctrlPr>
                                        <a:rPr lang="en-US" altLang="zh-CN" b="1" i="1">
                                          <a:solidFill>
                                            <a:schemeClr val="accent1"/>
                                          </a:solidFill>
                                          <a:effectLst>
                                            <a:outerShdw blurRad="38100" dist="25400" dir="5400000" algn="ctr" rotWithShape="0">
                                              <a:srgbClr val="6E747A">
                                                <a:alpha val="43000"/>
                                              </a:srgbClr>
                                            </a:outerShdw>
                                          </a:effectLst>
                                          <a:latin typeface="Cambria Math" panose="02040503050406030204" charset="0"/>
                                          <a:cs typeface="Cambria Math" panose="02040503050406030204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b="1" i="1">
                                          <a:solidFill>
                                            <a:schemeClr val="accent1"/>
                                          </a:solidFill>
                                          <a:effectLst>
                                            <a:outerShdw blurRad="38100" dist="25400" dir="5400000" algn="ctr" rotWithShape="0">
                                              <a:srgbClr val="6E747A">
                                                <a:alpha val="43000"/>
                                              </a:srgbClr>
                                            </a:outerShdw>
                                          </a:effectLst>
                                          <a:latin typeface="Cambria Math" panose="02040503050406030204" charset="0"/>
                                          <a:cs typeface="Cambria Math" panose="02040503050406030204" charset="0"/>
                                        </a:rPr>
                                        <m:t>𝒙</m:t>
                                      </m:r>
                                    </m:e>
                                    <m:sup>
                                      <m:r>
                                        <a:rPr lang="en-US" altLang="zh-CN" b="1" i="1">
                                          <a:solidFill>
                                            <a:schemeClr val="accent1"/>
                                          </a:solidFill>
                                          <a:effectLst>
                                            <a:outerShdw blurRad="38100" dist="25400" dir="5400000" algn="ctr" rotWithShape="0">
                                              <a:srgbClr val="6E747A">
                                                <a:alpha val="43000"/>
                                              </a:srgbClr>
                                            </a:outerShdw>
                                          </a:effectLst>
                                          <a:latin typeface="Cambria Math" panose="02040503050406030204" charset="0"/>
                                          <a:cs typeface="Cambria Math" panose="02040503050406030204" charset="0"/>
                                        </a:rPr>
                                        <m:t>(</m:t>
                                      </m:r>
                                      <m:r>
                                        <a:rPr lang="en-US" altLang="zh-CN" b="1" i="1">
                                          <a:solidFill>
                                            <a:schemeClr val="accent1"/>
                                          </a:solidFill>
                                          <a:effectLst>
                                            <a:outerShdw blurRad="38100" dist="25400" dir="5400000" algn="ctr" rotWithShape="0">
                                              <a:srgbClr val="6E747A">
                                                <a:alpha val="43000"/>
                                              </a:srgbClr>
                                            </a:outerShdw>
                                          </a:effectLst>
                                          <a:latin typeface="Cambria Math" panose="02040503050406030204" charset="0"/>
                                          <a:cs typeface="Cambria Math" panose="02040503050406030204" charset="0"/>
                                        </a:rPr>
                                        <m:t>𝒊</m:t>
                                      </m:r>
                                      <m:r>
                                        <a:rPr lang="en-US" altLang="zh-CN" b="1" i="1">
                                          <a:solidFill>
                                            <a:schemeClr val="accent1"/>
                                          </a:solidFill>
                                          <a:effectLst>
                                            <a:outerShdw blurRad="38100" dist="25400" dir="5400000" algn="ctr" rotWithShape="0">
                                              <a:srgbClr val="6E747A">
                                                <a:alpha val="43000"/>
                                              </a:srgbClr>
                                            </a:outerShdw>
                                          </a:effectLst>
                                          <a:latin typeface="Cambria Math" panose="02040503050406030204" charset="0"/>
                                          <a:cs typeface="Cambria Math" panose="02040503050406030204" charset="0"/>
                                        </a:rPr>
                                        <m:t>)</m:t>
                                      </m:r>
                                    </m:sup>
                                  </m:sSup>
                                  <m:r>
                                    <a:rPr lang="en-US" altLang="zh-CN" i="1">
                                      <a:solidFill>
                                        <a:schemeClr val="accent1"/>
                                      </a:solidFill>
                                      <a:effectLst>
                                        <a:outerShdw blurRad="38100" dist="25400" dir="5400000" algn="ctr" rotWithShape="0">
                                          <a:srgbClr val="6E747A">
                                            <a:alpha val="43000"/>
                                          </a:srgbClr>
                                        </a:outerShdw>
                                      </a:effectLst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−</m:t>
                                  </m:r>
                                  <m:sSup>
                                    <m:sSupPr>
                                      <m:ctrlPr>
                                        <a:rPr lang="en-US" altLang="zh-CN" i="1">
                                          <a:solidFill>
                                            <a:schemeClr val="accent1"/>
                                          </a:solidFill>
                                          <a:effectLst>
                                            <a:outerShdw blurRad="38100" dist="25400" dir="5400000" algn="ctr" rotWithShape="0">
                                              <a:srgbClr val="6E747A">
                                                <a:alpha val="43000"/>
                                              </a:srgbClr>
                                            </a:outerShdw>
                                          </a:effectLst>
                                          <a:latin typeface="Cambria Math" panose="02040503050406030204" charset="0"/>
                                          <a:cs typeface="Cambria Math" panose="02040503050406030204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b="1" i="1">
                                          <a:solidFill>
                                            <a:schemeClr val="accent1"/>
                                          </a:solidFill>
                                          <a:effectLst>
                                            <a:outerShdw blurRad="38100" dist="25400" dir="5400000" algn="ctr" rotWithShape="0">
                                              <a:srgbClr val="6E747A">
                                                <a:alpha val="43000"/>
                                              </a:srgbClr>
                                            </a:outerShdw>
                                          </a:effectLst>
                                          <a:latin typeface="Cambria Math" panose="02040503050406030204" charset="0"/>
                                          <a:cs typeface="Cambria Math" panose="02040503050406030204" charset="0"/>
                                        </a:rPr>
                                        <m:t>𝒙</m:t>
                                      </m:r>
                                    </m:e>
                                    <m:sup>
                                      <m:sSup>
                                        <m:sSupPr>
                                          <m:ctrlPr>
                                            <a:rPr lang="en-US" altLang="zh-CN" i="1">
                                              <a:solidFill>
                                                <a:schemeClr val="accent1"/>
                                              </a:solidFill>
                                              <a:effectLst>
                                                <a:outerShdw blurRad="38100" dist="25400" dir="5400000" algn="ctr" rotWithShape="0">
                                                  <a:srgbClr val="6E747A">
                                                    <a:alpha val="43000"/>
                                                  </a:srgbClr>
                                                </a:outerShdw>
                                              </a:effectLst>
                                              <a:latin typeface="Cambria Math" panose="02040503050406030204" charset="0"/>
                                              <a:cs typeface="Cambria Math" panose="02040503050406030204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altLang="zh-CN" b="1" i="1">
                                              <a:solidFill>
                                                <a:schemeClr val="accent1"/>
                                              </a:solidFill>
                                              <a:effectLst>
                                                <a:outerShdw blurRad="38100" dist="25400" dir="5400000" algn="ctr" rotWithShape="0">
                                                  <a:srgbClr val="6E747A">
                                                    <a:alpha val="43000"/>
                                                  </a:srgbClr>
                                                </a:outerShdw>
                                              </a:effectLst>
                                              <a:latin typeface="Cambria Math" panose="02040503050406030204" charset="0"/>
                                              <a:cs typeface="Cambria Math" panose="02040503050406030204" charset="0"/>
                                            </a:rPr>
                                            <m:t>(</m:t>
                                          </m:r>
                                          <m:r>
                                            <a:rPr lang="en-US" altLang="zh-CN" b="1" i="1">
                                              <a:solidFill>
                                                <a:schemeClr val="accent1"/>
                                              </a:solidFill>
                                              <a:effectLst>
                                                <a:outerShdw blurRad="38100" dist="25400" dir="5400000" algn="ctr" rotWithShape="0">
                                                  <a:srgbClr val="6E747A">
                                                    <a:alpha val="43000"/>
                                                  </a:srgbClr>
                                                </a:outerShdw>
                                              </a:effectLst>
                                              <a:latin typeface="Cambria Math" panose="02040503050406030204" charset="0"/>
                                              <a:cs typeface="Cambria Math" panose="02040503050406030204" charset="0"/>
                                            </a:rPr>
                                            <m:t>𝒊</m:t>
                                          </m:r>
                                          <m:r>
                                            <a:rPr lang="en-US" altLang="zh-CN" b="1" i="1">
                                              <a:solidFill>
                                                <a:schemeClr val="accent1"/>
                                              </a:solidFill>
                                              <a:effectLst>
                                                <a:outerShdw blurRad="38100" dist="25400" dir="5400000" algn="ctr" rotWithShape="0">
                                                  <a:srgbClr val="6E747A">
                                                    <a:alpha val="43000"/>
                                                  </a:srgbClr>
                                                </a:outerShdw>
                                              </a:effectLst>
                                              <a:latin typeface="Cambria Math" panose="02040503050406030204" charset="0"/>
                                              <a:cs typeface="Cambria Math" panose="02040503050406030204" charset="0"/>
                                            </a:rPr>
                                            <m:t>)</m:t>
                                          </m:r>
                                        </m:e>
                                        <m:sup>
                                          <m:r>
                                            <a:rPr lang="en-US" altLang="zh-CN" i="1">
                                              <a:solidFill>
                                                <a:schemeClr val="accent1"/>
                                              </a:solidFill>
                                              <a:effectLst>
                                                <a:outerShdw blurRad="38100" dist="25400" dir="5400000" algn="ctr" rotWithShape="0">
                                                  <a:srgbClr val="6E747A">
                                                    <a:alpha val="43000"/>
                                                  </a:srgbClr>
                                                </a:outerShdw>
                                              </a:effectLst>
                                              <a:latin typeface="Cambria Math" panose="02040503050406030204" charset="0"/>
                                              <a:cs typeface="Cambria Math" panose="02040503050406030204" charset="0"/>
                                            </a:rPr>
                                            <m:t>𝑇</m:t>
                                          </m:r>
                                        </m:sup>
                                      </m:sSup>
                                    </m:sup>
                                  </m:sSup>
                                  <m:r>
                                    <a:rPr lang="en-US" altLang="zh-CN" b="1" i="1">
                                      <a:solidFill>
                                        <a:schemeClr val="accent1"/>
                                      </a:solidFill>
                                      <a:effectLst>
                                        <a:outerShdw blurRad="38100" dist="25400" dir="5400000" algn="ctr" rotWithShape="0">
                                          <a:srgbClr val="6E747A">
                                            <a:alpha val="43000"/>
                                          </a:srgbClr>
                                        </a:outerShdw>
                                      </a:effectLst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𝒅𝒅</m:t>
                                  </m:r>
                                  <m:r>
                                    <a:rPr lang="en-US" altLang="zh-CN" i="1">
                                      <a:solidFill>
                                        <a:schemeClr val="accent1"/>
                                      </a:solidFill>
                                      <a:effectLst>
                                        <a:outerShdw blurRad="38100" dist="25400" dir="5400000" algn="ctr" rotWithShape="0">
                                          <a:srgbClr val="6E747A">
                                            <a:alpha val="43000"/>
                                          </a:srgbClr>
                                        </a:outerShdw>
                                      </a:effectLst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)</m:t>
                                  </m:r>
                                </m:e>
                              </m:d>
                            </m:e>
                            <m:sub>
                              <m:r>
                                <a:rPr lang="en-US" altLang="zh-CN" i="1">
                                  <a:solidFill>
                                    <a:schemeClr val="accent1"/>
                                  </a:solidFill>
                                  <a:effectLst>
                                    <a:outerShdw blurRad="38100" dist="25400" dir="5400000" algn="ctr" rotWithShape="0">
                                      <a:srgbClr val="6E747A">
                                        <a:alpha val="43000"/>
                                      </a:srgbClr>
                                    </a:outerShdw>
                                  </a:effectLst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altLang="zh-CN" i="1">
                                  <a:solidFill>
                                    <a:schemeClr val="accent1"/>
                                  </a:solidFill>
                                  <a:effectLst>
                                    <a:outerShdw blurRad="38100" dist="25400" dir="5400000" algn="ctr" rotWithShape="0">
                                      <a:srgbClr val="6E747A">
                                        <a:alpha val="43000"/>
                                      </a:srgbClr>
                                    </a:outerShdw>
                                  </a:effectLst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en-US" altLang="zh-CN" i="1">
                              <a:solidFill>
                                <a:schemeClr val="accent1"/>
                              </a:solidFill>
                              <a:effectLst>
                                <a:outerShdw blurRad="38100" dist="25400" dir="5400000" algn="ctr" rotWithShape="0">
                                  <a:srgbClr val="6E747A">
                                    <a:alpha val="43000"/>
                                  </a:srgbClr>
                                </a:outerShdw>
                              </a:effectLst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  </m:t>
                          </m:r>
                          <m:r>
                            <a:rPr lang="en-US" altLang="zh-CN" i="1">
                              <a:solidFill>
                                <a:schemeClr val="accent1"/>
                              </a:solidFill>
                              <a:effectLst>
                                <a:outerShdw blurRad="38100" dist="25400" dir="5400000" algn="ctr" rotWithShape="0">
                                  <a:srgbClr val="6E747A">
                                    <a:alpha val="43000"/>
                                  </a:srgbClr>
                                </a:outerShdw>
                              </a:effectLst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𝑠𝑢𝑏𝑗𝑒𝑐𝑡</m:t>
                          </m:r>
                          <m:r>
                            <a:rPr lang="en-US" altLang="zh-CN" i="1">
                              <a:solidFill>
                                <a:schemeClr val="accent1"/>
                              </a:solidFill>
                              <a:effectLst>
                                <a:outerShdw blurRad="38100" dist="25400" dir="5400000" algn="ctr" rotWithShape="0">
                                  <a:srgbClr val="6E747A">
                                    <a:alpha val="43000"/>
                                  </a:srgbClr>
                                </a:outerShdw>
                              </a:effectLst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 </m:t>
                          </m:r>
                          <m:r>
                            <a:rPr lang="en-US" altLang="zh-CN" i="1">
                              <a:solidFill>
                                <a:schemeClr val="accent1"/>
                              </a:solidFill>
                              <a:effectLst>
                                <a:outerShdw blurRad="38100" dist="25400" dir="5400000" algn="ctr" rotWithShape="0">
                                  <a:srgbClr val="6E747A">
                                    <a:alpha val="43000"/>
                                  </a:srgbClr>
                                </a:outerShdw>
                              </a:effectLst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𝑡𝑜</m:t>
                          </m:r>
                          <m:r>
                            <a:rPr lang="en-US" altLang="zh-CN" i="1">
                              <a:solidFill>
                                <a:schemeClr val="accent1"/>
                              </a:solidFill>
                              <a:effectLst>
                                <a:outerShdw blurRad="38100" dist="25400" dir="5400000" algn="ctr" rotWithShape="0">
                                  <a:srgbClr val="6E747A">
                                    <a:alpha val="43000"/>
                                  </a:srgbClr>
                                </a:outerShdw>
                              </a:effectLst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 </m:t>
                          </m:r>
                          <m:sSub>
                            <m:sSubPr>
                              <m:ctrlPr>
                                <a:rPr lang="en-US" altLang="zh-CN" i="1">
                                  <a:solidFill>
                                    <a:schemeClr val="accent1"/>
                                  </a:solidFill>
                                  <a:effectLst>
                                    <a:outerShdw blurRad="38100" dist="25400" dir="5400000" algn="ctr" rotWithShape="0">
                                      <a:srgbClr val="6E747A">
                                        <a:alpha val="43000"/>
                                      </a:srgbClr>
                                    </a:outerShdw>
                                  </a:effectLst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d>
                                <m:dPr>
                                  <m:begChr m:val="‖"/>
                                  <m:endChr m:val="‖"/>
                                  <m:ctrlPr>
                                    <a:rPr lang="en-US" altLang="zh-CN" i="1">
                                      <a:solidFill>
                                        <a:schemeClr val="accent1"/>
                                      </a:solidFill>
                                      <a:effectLst>
                                        <a:outerShdw blurRad="38100" dist="25400" dir="5400000" algn="ctr" rotWithShape="0">
                                          <a:srgbClr val="6E747A">
                                            <a:alpha val="43000"/>
                                          </a:srgbClr>
                                        </a:outerShdw>
                                      </a:effectLst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b="1" i="1">
                                      <a:solidFill>
                                        <a:schemeClr val="accent1"/>
                                      </a:solidFill>
                                      <a:effectLst>
                                        <a:outerShdw blurRad="38100" dist="25400" dir="5400000" algn="ctr" rotWithShape="0">
                                          <a:srgbClr val="6E747A">
                                            <a:alpha val="43000"/>
                                          </a:srgbClr>
                                        </a:outerShdw>
                                      </a:effectLst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𝒅</m:t>
                                  </m:r>
                                </m:e>
                              </m:d>
                            </m:e>
                            <m:sub>
                              <m:r>
                                <a:rPr lang="en-US" altLang="zh-CN" i="1">
                                  <a:solidFill>
                                    <a:schemeClr val="accent1"/>
                                  </a:solidFill>
                                  <a:effectLst>
                                    <a:outerShdw blurRad="38100" dist="25400" dir="5400000" algn="ctr" rotWithShape="0">
                                      <a:srgbClr val="6E747A">
                                        <a:alpha val="43000"/>
                                      </a:srgbClr>
                                    </a:outerShdw>
                                  </a:effectLst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i="1">
                              <a:solidFill>
                                <a:schemeClr val="accent1"/>
                              </a:solidFill>
                              <a:effectLst>
                                <a:outerShdw blurRad="38100" dist="25400" dir="5400000" algn="ctr" rotWithShape="0">
                                  <a:srgbClr val="6E747A">
                                    <a:alpha val="43000"/>
                                  </a:srgbClr>
                                </a:outerShdw>
                              </a:effectLst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=</m:t>
                          </m:r>
                          <m:r>
                            <a:rPr lang="en-US" altLang="zh-CN" i="1">
                              <a:solidFill>
                                <a:schemeClr val="accent1"/>
                              </a:solidFill>
                              <a:effectLst>
                                <a:outerShdw blurRad="38100" dist="25400" dir="5400000" algn="ctr" rotWithShape="0">
                                  <a:srgbClr val="6E747A">
                                    <a:alpha val="43000"/>
                                  </a:srgbClr>
                                </a:outerShdw>
                              </a:effectLst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1</m:t>
                          </m:r>
                        </m:e>
                      </m:nary>
                    </m:oMath>
                  </m:oMathPara>
                </a14:m>
                <a:endParaRPr lang="en-US" altLang="zh-CN" i="1">
                  <a:gradFill>
                    <a:gsLst>
                      <a:gs pos="0">
                        <a:schemeClr val="bg1"/>
                      </a:gs>
                      <a:gs pos="42000">
                        <a:srgbClr val="6ACCF2"/>
                      </a:gs>
                      <a:gs pos="100000">
                        <a:srgbClr val="2497EA"/>
                      </a:gs>
                    </a:gsLst>
                    <a:lin ang="8100000" scaled="1"/>
                  </a:gra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endParaRPr lang="en-US" altLang="zh-CN" i="1">
                  <a:gradFill>
                    <a:gsLst>
                      <a:gs pos="0">
                        <a:schemeClr val="bg1"/>
                      </a:gs>
                      <a:gs pos="42000">
                        <a:srgbClr val="6ACCF2"/>
                      </a:gs>
                      <a:gs pos="100000">
                        <a:srgbClr val="2497EA"/>
                      </a:gs>
                    </a:gsLst>
                    <a:lin ang="8100000" scaled="1"/>
                  </a:gra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9" name="文本框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666750" y="1758315"/>
                <a:ext cx="7343140" cy="878205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文本框 9"/>
          <p:cNvSpPr txBox="1"/>
          <p:nvPr/>
        </p:nvSpPr>
        <p:spPr>
          <a:xfrm>
            <a:off x="108585" y="2329180"/>
            <a:ext cx="50165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gradFill>
                  <a:gsLst>
                    <a:gs pos="0">
                      <a:schemeClr val="bg1"/>
                    </a:gs>
                    <a:gs pos="42000">
                      <a:srgbClr val="6ACCF2"/>
                    </a:gs>
                    <a:gs pos="100000">
                      <a:srgbClr val="2497EA"/>
                    </a:gs>
                  </a:gsLst>
                  <a:lin ang="8100000" scaled="1"/>
                </a:gra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We add all the points and have this formula :</a:t>
            </a:r>
            <a:endParaRPr lang="en-US" altLang="zh-CN">
              <a:gradFill>
                <a:gsLst>
                  <a:gs pos="0">
                    <a:schemeClr val="bg1"/>
                  </a:gs>
                  <a:gs pos="42000">
                    <a:srgbClr val="6ACCF2"/>
                  </a:gs>
                  <a:gs pos="100000">
                    <a:srgbClr val="2497EA"/>
                  </a:gs>
                </a:gsLst>
                <a:lin ang="8100000" scaled="1"/>
              </a:gra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文本框 10"/>
              <p:cNvSpPr txBox="1"/>
              <p:nvPr/>
            </p:nvSpPr>
            <p:spPr>
              <a:xfrm>
                <a:off x="-437515" y="2659380"/>
                <a:ext cx="6884670" cy="8870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i="1">
                              <a:solidFill>
                                <a:schemeClr val="accent1"/>
                              </a:solidFill>
                              <a:effectLst>
                                <a:outerShdw blurRad="38100" dist="25400" dir="5400000" algn="ctr" rotWithShape="0">
                                  <a:srgbClr val="6E747A">
                                    <a:alpha val="43000"/>
                                  </a:srgbClr>
                                </a:outerShdw>
                              </a:effectLst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pPr>
                        <m:e>
                          <m:r>
                            <a:rPr lang="en-US" altLang="zh-CN" b="1" i="1">
                              <a:solidFill>
                                <a:schemeClr val="accent1"/>
                              </a:solidFill>
                              <a:effectLst>
                                <a:outerShdw blurRad="38100" dist="25400" dir="5400000" algn="ctr" rotWithShape="0">
                                  <a:srgbClr val="6E747A">
                                    <a:alpha val="43000"/>
                                  </a:srgbClr>
                                </a:outerShdw>
                              </a:effectLst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𝒅</m:t>
                          </m:r>
                        </m:e>
                        <m:sup>
                          <m:r>
                            <a:rPr lang="en-US" altLang="zh-CN" i="1">
                              <a:solidFill>
                                <a:schemeClr val="accent1"/>
                              </a:solidFill>
                              <a:effectLst>
                                <a:outerShdw blurRad="38100" dist="25400" dir="5400000" algn="ctr" rotWithShape="0">
                                  <a:srgbClr val="6E747A">
                                    <a:alpha val="43000"/>
                                  </a:srgbClr>
                                </a:outerShdw>
                              </a:effectLst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∗</m:t>
                          </m:r>
                        </m:sup>
                      </m:sSup>
                      <m:r>
                        <a:rPr lang="en-US" altLang="zh-CN" i="1">
                          <a:solidFill>
                            <a:schemeClr val="accent1"/>
                          </a:solidFill>
                          <a:effectLst>
                            <a:outerShdw blurRad="38100" dist="25400" dir="5400000" algn="ctr" rotWithShape="0">
                              <a:srgbClr val="6E747A">
                                <a:alpha val="43000"/>
                              </a:srgbClr>
                            </a:outerShdw>
                          </a:effectLst>
                          <a:latin typeface="Cambria Math" panose="02040503050406030204" charset="0"/>
                          <a:cs typeface="Cambria Math" panose="02040503050406030204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i="1">
                              <a:solidFill>
                                <a:schemeClr val="accent1"/>
                              </a:solidFill>
                              <a:effectLst>
                                <a:outerShdw blurRad="38100" dist="25400" dir="5400000" algn="ctr" rotWithShape="0">
                                  <a:srgbClr val="6E747A">
                                    <a:alpha val="43000"/>
                                  </a:srgbClr>
                                </a:outerShdw>
                              </a:effectLst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solidFill>
                                <a:schemeClr val="accent1"/>
                              </a:solidFill>
                              <a:effectLst>
                                <a:outerShdw blurRad="38100" dist="25400" dir="5400000" algn="ctr" rotWithShape="0">
                                  <a:srgbClr val="6E747A">
                                    <a:alpha val="43000"/>
                                  </a:srgbClr>
                                </a:outerShdw>
                              </a:effectLst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𝑎𝑟𝑔𝑚𝑖𝑛</m:t>
                          </m:r>
                        </m:e>
                        <m:sub>
                          <m:r>
                            <a:rPr lang="en-US" altLang="zh-CN" b="1" i="1">
                              <a:solidFill>
                                <a:schemeClr val="accent1"/>
                              </a:solidFill>
                              <a:effectLst>
                                <a:outerShdw blurRad="38100" dist="25400" dir="5400000" algn="ctr" rotWithShape="0">
                                  <a:srgbClr val="6E747A">
                                    <a:alpha val="43000"/>
                                  </a:srgbClr>
                                </a:outerShdw>
                              </a:effectLst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𝒅</m:t>
                          </m:r>
                        </m:sub>
                      </m:sSub>
                      <m:nary>
                        <m:naryPr>
                          <m:chr m:val="∑"/>
                          <m:limLoc m:val="subSup"/>
                          <m:supHide m:val="on"/>
                          <m:ctrlPr>
                            <a:rPr lang="en-US" altLang="zh-CN" i="1">
                              <a:solidFill>
                                <a:schemeClr val="accent1"/>
                              </a:solidFill>
                              <a:effectLst>
                                <a:outerShdw blurRad="38100" dist="25400" dir="5400000" algn="ctr" rotWithShape="0">
                                  <a:srgbClr val="6E747A">
                                    <a:alpha val="43000"/>
                                  </a:srgbClr>
                                </a:outerShdw>
                              </a:effectLst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naryPr>
                        <m:sub>
                          <m:r>
                            <a:rPr lang="en-US" altLang="zh-CN" i="1">
                              <a:solidFill>
                                <a:schemeClr val="accent1"/>
                              </a:solidFill>
                              <a:effectLst>
                                <a:outerShdw blurRad="38100" dist="25400" dir="5400000" algn="ctr" rotWithShape="0">
                                  <a:srgbClr val="6E747A">
                                    <a:alpha val="43000"/>
                                  </a:srgbClr>
                                </a:outerShdw>
                              </a:effectLst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𝑖</m:t>
                          </m:r>
                        </m:sub>
                        <m:sup/>
                        <m:e>
                          <m:sSubSup>
                            <m:sSubSupPr>
                              <m:ctrlPr>
                                <a:rPr lang="en-US" altLang="zh-CN" i="1">
                                  <a:solidFill>
                                    <a:schemeClr val="accent1"/>
                                  </a:solidFill>
                                  <a:effectLst>
                                    <a:outerShdw blurRad="38100" dist="25400" dir="5400000" algn="ctr" rotWithShape="0">
                                      <a:srgbClr val="6E747A">
                                        <a:alpha val="43000"/>
                                      </a:srgbClr>
                                    </a:outerShdw>
                                  </a:effectLst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bSupPr>
                            <m:e>
                              <m:d>
                                <m:dPr>
                                  <m:begChr m:val="‖"/>
                                  <m:endChr m:val="‖"/>
                                  <m:ctrlPr>
                                    <a:rPr lang="en-US" altLang="zh-CN" i="1">
                                      <a:solidFill>
                                        <a:schemeClr val="accent1"/>
                                      </a:solidFill>
                                      <a:effectLst>
                                        <a:outerShdw blurRad="38100" dist="25400" dir="5400000" algn="ctr" rotWithShape="0">
                                          <a:srgbClr val="6E747A">
                                            <a:alpha val="43000"/>
                                          </a:srgbClr>
                                        </a:outerShdw>
                                      </a:effectLst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i="1">
                                      <a:solidFill>
                                        <a:schemeClr val="accent1"/>
                                      </a:solidFill>
                                      <a:effectLst>
                                        <a:outerShdw blurRad="38100" dist="25400" dir="5400000" algn="ctr" rotWithShape="0">
                                          <a:srgbClr val="6E747A">
                                            <a:alpha val="43000"/>
                                          </a:srgbClr>
                                        </a:outerShdw>
                                      </a:effectLst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(</m:t>
                                  </m:r>
                                  <m:r>
                                    <a:rPr lang="en-US" altLang="zh-CN" i="1">
                                      <a:solidFill>
                                        <a:schemeClr val="accent1"/>
                                      </a:solidFill>
                                      <a:effectLst>
                                        <a:outerShdw blurRad="38100" dist="25400" dir="5400000" algn="ctr" rotWithShape="0">
                                          <a:srgbClr val="6E747A">
                                            <a:alpha val="43000"/>
                                          </a:srgbClr>
                                        </a:outerShdw>
                                      </a:effectLst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𝑋</m:t>
                                  </m:r>
                                  <m:r>
                                    <a:rPr lang="en-US" altLang="zh-CN" i="1">
                                      <a:solidFill>
                                        <a:schemeClr val="accent1"/>
                                      </a:solidFill>
                                      <a:effectLst>
                                        <a:outerShdw blurRad="38100" dist="25400" dir="5400000" algn="ctr" rotWithShape="0">
                                          <a:srgbClr val="6E747A">
                                            <a:alpha val="43000"/>
                                          </a:srgbClr>
                                        </a:outerShdw>
                                      </a:effectLst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−</m:t>
                                  </m:r>
                                  <m:sSup>
                                    <m:sSupPr>
                                      <m:ctrlPr>
                                        <a:rPr lang="en-US" altLang="zh-CN" i="1">
                                          <a:solidFill>
                                            <a:schemeClr val="accent1"/>
                                          </a:solidFill>
                                          <a:effectLst>
                                            <a:outerShdw blurRad="38100" dist="25400" dir="5400000" algn="ctr" rotWithShape="0">
                                              <a:srgbClr val="6E747A">
                                                <a:alpha val="43000"/>
                                              </a:srgbClr>
                                            </a:outerShdw>
                                          </a:effectLst>
                                          <a:latin typeface="Cambria Math" panose="02040503050406030204" charset="0"/>
                                          <a:cs typeface="Cambria Math" panose="02040503050406030204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i="1">
                                          <a:solidFill>
                                            <a:schemeClr val="accent1"/>
                                          </a:solidFill>
                                          <a:effectLst>
                                            <a:outerShdw blurRad="38100" dist="25400" dir="5400000" algn="ctr" rotWithShape="0">
                                              <a:srgbClr val="6E747A">
                                                <a:alpha val="43000"/>
                                              </a:srgbClr>
                                            </a:outerShdw>
                                          </a:effectLst>
                                          <a:latin typeface="Cambria Math" panose="02040503050406030204" charset="0"/>
                                          <a:cs typeface="Cambria Math" panose="02040503050406030204" charset="0"/>
                                        </a:rPr>
                                        <m:t>𝑋</m:t>
                                      </m:r>
                                    </m:e>
                                    <m:sup>
                                      <m:r>
                                        <a:rPr lang="en-US" altLang="zh-CN" i="1">
                                          <a:solidFill>
                                            <a:schemeClr val="accent1"/>
                                          </a:solidFill>
                                          <a:effectLst>
                                            <a:outerShdw blurRad="38100" dist="25400" dir="5400000" algn="ctr" rotWithShape="0">
                                              <a:srgbClr val="6E747A">
                                                <a:alpha val="43000"/>
                                              </a:srgbClr>
                                            </a:outerShdw>
                                          </a:effectLst>
                                          <a:latin typeface="Cambria Math" panose="02040503050406030204" charset="0"/>
                                          <a:cs typeface="Cambria Math" panose="02040503050406030204" charset="0"/>
                                        </a:rPr>
                                        <m:t>𝑇</m:t>
                                      </m:r>
                                    </m:sup>
                                  </m:sSup>
                                  <m:r>
                                    <a:rPr lang="en-US" altLang="zh-CN" b="1" i="1">
                                      <a:solidFill>
                                        <a:schemeClr val="accent1"/>
                                      </a:solidFill>
                                      <a:effectLst>
                                        <a:outerShdw blurRad="38100" dist="25400" dir="5400000" algn="ctr" rotWithShape="0">
                                          <a:srgbClr val="6E747A">
                                            <a:alpha val="43000"/>
                                          </a:srgbClr>
                                        </a:outerShdw>
                                      </a:effectLst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𝒅𝒅</m:t>
                                  </m:r>
                                  <m:r>
                                    <a:rPr lang="en-US" altLang="zh-CN" i="1">
                                      <a:solidFill>
                                        <a:schemeClr val="accent1"/>
                                      </a:solidFill>
                                      <a:effectLst>
                                        <a:outerShdw blurRad="38100" dist="25400" dir="5400000" algn="ctr" rotWithShape="0">
                                          <a:srgbClr val="6E747A">
                                            <a:alpha val="43000"/>
                                          </a:srgbClr>
                                        </a:outerShdw>
                                      </a:effectLst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)</m:t>
                                  </m:r>
                                </m:e>
                              </m:d>
                            </m:e>
                            <m:sub>
                              <m:r>
                                <a:rPr lang="en-US" altLang="zh-CN" i="1">
                                  <a:solidFill>
                                    <a:schemeClr val="accent1"/>
                                  </a:solidFill>
                                  <a:effectLst>
                                    <a:outerShdw blurRad="38100" dist="25400" dir="5400000" algn="ctr" rotWithShape="0">
                                      <a:srgbClr val="6E747A">
                                        <a:alpha val="43000"/>
                                      </a:srgbClr>
                                    </a:outerShdw>
                                  </a:effectLst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altLang="zh-CN" i="1">
                                  <a:solidFill>
                                    <a:schemeClr val="accent1"/>
                                  </a:solidFill>
                                  <a:effectLst>
                                    <a:outerShdw blurRad="38100" dist="25400" dir="5400000" algn="ctr" rotWithShape="0">
                                      <a:srgbClr val="6E747A">
                                        <a:alpha val="43000"/>
                                      </a:srgbClr>
                                    </a:outerShdw>
                                  </a:effectLst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en-US" altLang="zh-CN" i="1">
                              <a:solidFill>
                                <a:schemeClr val="accent1"/>
                              </a:solidFill>
                              <a:effectLst>
                                <a:outerShdw blurRad="38100" dist="25400" dir="5400000" algn="ctr" rotWithShape="0">
                                  <a:srgbClr val="6E747A">
                                    <a:alpha val="43000"/>
                                  </a:srgbClr>
                                </a:outerShdw>
                              </a:effectLst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  </m:t>
                          </m:r>
                          <m:r>
                            <a:rPr lang="en-US" altLang="zh-CN" i="1">
                              <a:solidFill>
                                <a:schemeClr val="accent1"/>
                              </a:solidFill>
                              <a:effectLst>
                                <a:outerShdw blurRad="38100" dist="25400" dir="5400000" algn="ctr" rotWithShape="0">
                                  <a:srgbClr val="6E747A">
                                    <a:alpha val="43000"/>
                                  </a:srgbClr>
                                </a:outerShdw>
                              </a:effectLst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𝑠𝑢𝑏𝑗𝑒𝑐𝑡</m:t>
                          </m:r>
                          <m:r>
                            <a:rPr lang="en-US" altLang="zh-CN" i="1">
                              <a:solidFill>
                                <a:schemeClr val="accent1"/>
                              </a:solidFill>
                              <a:effectLst>
                                <a:outerShdw blurRad="38100" dist="25400" dir="5400000" algn="ctr" rotWithShape="0">
                                  <a:srgbClr val="6E747A">
                                    <a:alpha val="43000"/>
                                  </a:srgbClr>
                                </a:outerShdw>
                              </a:effectLst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 </m:t>
                          </m:r>
                          <m:r>
                            <a:rPr lang="en-US" altLang="zh-CN" i="1">
                              <a:solidFill>
                                <a:schemeClr val="accent1"/>
                              </a:solidFill>
                              <a:effectLst>
                                <a:outerShdw blurRad="38100" dist="25400" dir="5400000" algn="ctr" rotWithShape="0">
                                  <a:srgbClr val="6E747A">
                                    <a:alpha val="43000"/>
                                  </a:srgbClr>
                                </a:outerShdw>
                              </a:effectLst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𝑡𝑜</m:t>
                          </m:r>
                          <m:r>
                            <a:rPr lang="en-US" altLang="zh-CN" i="1">
                              <a:solidFill>
                                <a:schemeClr val="accent1"/>
                              </a:solidFill>
                              <a:effectLst>
                                <a:outerShdw blurRad="38100" dist="25400" dir="5400000" algn="ctr" rotWithShape="0">
                                  <a:srgbClr val="6E747A">
                                    <a:alpha val="43000"/>
                                  </a:srgbClr>
                                </a:outerShdw>
                              </a:effectLst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 </m:t>
                          </m:r>
                          <m:sSub>
                            <m:sSubPr>
                              <m:ctrlPr>
                                <a:rPr lang="en-US" altLang="zh-CN" i="1">
                                  <a:solidFill>
                                    <a:schemeClr val="accent1"/>
                                  </a:solidFill>
                                  <a:effectLst>
                                    <a:outerShdw blurRad="38100" dist="25400" dir="5400000" algn="ctr" rotWithShape="0">
                                      <a:srgbClr val="6E747A">
                                        <a:alpha val="43000"/>
                                      </a:srgbClr>
                                    </a:outerShdw>
                                  </a:effectLst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d>
                                <m:dPr>
                                  <m:begChr m:val="‖"/>
                                  <m:endChr m:val="‖"/>
                                  <m:ctrlPr>
                                    <a:rPr lang="en-US" altLang="zh-CN" i="1">
                                      <a:solidFill>
                                        <a:schemeClr val="accent1"/>
                                      </a:solidFill>
                                      <a:effectLst>
                                        <a:outerShdw blurRad="38100" dist="25400" dir="5400000" algn="ctr" rotWithShape="0">
                                          <a:srgbClr val="6E747A">
                                            <a:alpha val="43000"/>
                                          </a:srgbClr>
                                        </a:outerShdw>
                                      </a:effectLst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b="1" i="1">
                                      <a:solidFill>
                                        <a:schemeClr val="accent1"/>
                                      </a:solidFill>
                                      <a:effectLst>
                                        <a:outerShdw blurRad="38100" dist="25400" dir="5400000" algn="ctr" rotWithShape="0">
                                          <a:srgbClr val="6E747A">
                                            <a:alpha val="43000"/>
                                          </a:srgbClr>
                                        </a:outerShdw>
                                      </a:effectLst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𝒅</m:t>
                                  </m:r>
                                </m:e>
                              </m:d>
                            </m:e>
                            <m:sub>
                              <m:r>
                                <a:rPr lang="en-US" altLang="zh-CN" i="1">
                                  <a:solidFill>
                                    <a:schemeClr val="accent1"/>
                                  </a:solidFill>
                                  <a:effectLst>
                                    <a:outerShdw blurRad="38100" dist="25400" dir="5400000" algn="ctr" rotWithShape="0">
                                      <a:srgbClr val="6E747A">
                                        <a:alpha val="43000"/>
                                      </a:srgbClr>
                                    </a:outerShdw>
                                  </a:effectLst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i="1">
                              <a:solidFill>
                                <a:schemeClr val="accent1"/>
                              </a:solidFill>
                              <a:effectLst>
                                <a:outerShdw blurRad="38100" dist="25400" dir="5400000" algn="ctr" rotWithShape="0">
                                  <a:srgbClr val="6E747A">
                                    <a:alpha val="43000"/>
                                  </a:srgbClr>
                                </a:outerShdw>
                              </a:effectLst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=</m:t>
                          </m:r>
                          <m:r>
                            <a:rPr lang="en-US" altLang="zh-CN" i="1">
                              <a:solidFill>
                                <a:schemeClr val="accent1"/>
                              </a:solidFill>
                              <a:effectLst>
                                <a:outerShdw blurRad="38100" dist="25400" dir="5400000" algn="ctr" rotWithShape="0">
                                  <a:srgbClr val="6E747A">
                                    <a:alpha val="43000"/>
                                  </a:srgbClr>
                                </a:outerShdw>
                              </a:effectLst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1</m:t>
                          </m:r>
                        </m:e>
                      </m:nary>
                    </m:oMath>
                  </m:oMathPara>
                </a14:m>
                <a:endParaRPr lang="en-US" altLang="zh-CN" i="1"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 marL="457200" lvl="1" indent="457200"/>
                <a:r>
                  <a:rPr lang="en-US" altLang="zh-CN">
                    <a:solidFill>
                      <a:schemeClr val="accent1"/>
                    </a:solidFill>
                    <a:effectLst>
                      <a:outerShdw blurRad="38100" dist="25400" dir="5400000" algn="ctr" rotWithShape="0">
                        <a:srgbClr val="6E747A">
                          <a:alpha val="43000"/>
                        </a:srgbClr>
                      </a:outerShdw>
                    </a:effectLst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solidFill>
                          <a:schemeClr val="accent1"/>
                        </a:solidFill>
                        <a:effectLst>
                          <a:outerShdw blurRad="38100" dist="25400" dir="5400000" algn="ctr" rotWithShape="0">
                            <a:srgbClr val="6E747A">
                              <a:alpha val="43000"/>
                            </a:srgbClr>
                          </a:outerShdw>
                        </a:effectLst>
                        <a:latin typeface="Cambria Math" panose="02040503050406030204" charset="0"/>
                        <a:cs typeface="Cambria Math" panose="02040503050406030204" charset="0"/>
                      </a:rPr>
                      <m:t>=</m:t>
                    </m:r>
                    <m:sSub>
                      <m:sSubPr>
                        <m:ctrlPr>
                          <a:rPr lang="en-US" altLang="zh-CN" i="1">
                            <a:solidFill>
                              <a:schemeClr val="accent1"/>
                            </a:solidFill>
                            <a:effectLst>
                              <a:outerShdw blurRad="38100" dist="25400" dir="5400000" algn="ctr" rotWithShape="0">
                                <a:srgbClr val="6E747A">
                                  <a:alpha val="43000"/>
                                </a:srgbClr>
                              </a:outerShdw>
                            </a:effectLst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chemeClr val="accent1"/>
                            </a:solidFill>
                            <a:effectLst>
                              <a:outerShdw blurRad="38100" dist="25400" dir="5400000" algn="ctr" rotWithShape="0">
                                <a:srgbClr val="6E747A">
                                  <a:alpha val="43000"/>
                                </a:srgbClr>
                              </a:outerShdw>
                            </a:effectLst>
                            <a:latin typeface="Cambria Math" panose="02040503050406030204" charset="0"/>
                            <a:cs typeface="Cambria Math" panose="02040503050406030204" charset="0"/>
                          </a:rPr>
                          <m:t>𝑎𝑟𝑔𝑚𝑖𝑛</m:t>
                        </m:r>
                      </m:e>
                      <m:sub>
                        <m:r>
                          <a:rPr lang="en-US" altLang="zh-CN" i="1">
                            <a:solidFill>
                              <a:schemeClr val="accent1"/>
                            </a:solidFill>
                            <a:effectLst>
                              <a:outerShdw blurRad="38100" dist="25400" dir="5400000" algn="ctr" rotWithShape="0">
                                <a:srgbClr val="6E747A">
                                  <a:alpha val="43000"/>
                                </a:srgbClr>
                              </a:outerShdw>
                            </a:effectLst>
                            <a:latin typeface="Cambria Math" panose="02040503050406030204" charset="0"/>
                            <a:cs typeface="Cambria Math" panose="02040503050406030204" charset="0"/>
                          </a:rPr>
                          <m:t>𝑑</m:t>
                        </m:r>
                      </m:sub>
                    </m:sSub>
                    <m:r>
                      <a:rPr lang="en-US" altLang="zh-CN" i="1">
                        <a:solidFill>
                          <a:schemeClr val="accent1"/>
                        </a:solidFill>
                        <a:effectLst>
                          <a:outerShdw blurRad="38100" dist="25400" dir="5400000" algn="ctr" rotWithShape="0">
                            <a:srgbClr val="6E747A">
                              <a:alpha val="43000"/>
                            </a:srgbClr>
                          </a:outerShdw>
                        </a:effectLst>
                        <a:latin typeface="Cambria Math" panose="02040503050406030204" charset="0"/>
                        <a:cs typeface="Cambria Math" panose="02040503050406030204" charset="0"/>
                      </a:rPr>
                      <m:t> </m:t>
                    </m:r>
                    <m:r>
                      <a:rPr lang="en-US" altLang="zh-CN" i="1">
                        <a:solidFill>
                          <a:schemeClr val="accent1"/>
                        </a:solidFill>
                        <a:effectLst>
                          <a:outerShdw blurRad="38100" dist="25400" dir="5400000" algn="ctr" rotWithShape="0">
                            <a:srgbClr val="6E747A">
                              <a:alpha val="43000"/>
                            </a:srgbClr>
                          </a:outerShdw>
                        </a:effectLst>
                        <a:latin typeface="Cambria Math" panose="02040503050406030204" charset="0"/>
                        <a:cs typeface="Cambria Math" panose="02040503050406030204" charset="0"/>
                      </a:rPr>
                      <m:t>𝑡𝑟</m:t>
                    </m:r>
                    <m:r>
                      <a:rPr lang="en-US" altLang="zh-CN" i="1">
                        <a:solidFill>
                          <a:schemeClr val="accent1"/>
                        </a:solidFill>
                        <a:effectLst>
                          <a:outerShdw blurRad="38100" dist="25400" dir="5400000" algn="ctr" rotWithShape="0">
                            <a:srgbClr val="6E747A">
                              <a:alpha val="43000"/>
                            </a:srgbClr>
                          </a:outerShdw>
                        </a:effectLst>
                        <a:latin typeface="Cambria Math" panose="02040503050406030204" charset="0"/>
                        <a:cs typeface="Cambria Math" panose="02040503050406030204" charset="0"/>
                      </a:rPr>
                      <m:t>(</m:t>
                    </m:r>
                    <m:sSup>
                      <m:sSupPr>
                        <m:ctrlPr>
                          <a:rPr lang="en-US" altLang="zh-CN" i="1">
                            <a:solidFill>
                              <a:schemeClr val="accent1"/>
                            </a:solidFill>
                            <a:effectLst>
                              <a:outerShdw blurRad="38100" dist="25400" dir="5400000" algn="ctr" rotWithShape="0">
                                <a:srgbClr val="6E747A">
                                  <a:alpha val="43000"/>
                                </a:srgbClr>
                              </a:outerShdw>
                            </a:effectLst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pPr>
                      <m:e>
                        <m:r>
                          <a:rPr lang="en-US" altLang="zh-CN" i="1">
                            <a:solidFill>
                              <a:schemeClr val="accent1"/>
                            </a:solidFill>
                            <a:effectLst>
                              <a:outerShdw blurRad="38100" dist="25400" dir="5400000" algn="ctr" rotWithShape="0">
                                <a:srgbClr val="6E747A">
                                  <a:alpha val="43000"/>
                                </a:srgbClr>
                              </a:outerShdw>
                            </a:effectLst>
                            <a:latin typeface="Cambria Math" panose="02040503050406030204" charset="0"/>
                            <a:cs typeface="Cambria Math" panose="02040503050406030204" charset="0"/>
                          </a:rPr>
                          <m:t>(</m:t>
                        </m:r>
                        <m:r>
                          <a:rPr lang="en-US" altLang="zh-CN" b="1" i="1">
                            <a:solidFill>
                              <a:schemeClr val="accent1"/>
                            </a:solidFill>
                            <a:effectLst>
                              <a:outerShdw blurRad="38100" dist="25400" dir="5400000" algn="ctr" rotWithShape="0">
                                <a:srgbClr val="6E747A">
                                  <a:alpha val="43000"/>
                                </a:srgbClr>
                              </a:outerShdw>
                            </a:effectLst>
                            <a:latin typeface="Cambria Math" panose="02040503050406030204" charset="0"/>
                            <a:cs typeface="Cambria Math" panose="02040503050406030204" charset="0"/>
                          </a:rPr>
                          <m:t>𝒙</m:t>
                        </m:r>
                        <m:r>
                          <a:rPr lang="en-US" altLang="zh-CN" i="1">
                            <a:solidFill>
                              <a:schemeClr val="accent1"/>
                            </a:solidFill>
                            <a:effectLst>
                              <a:outerShdw blurRad="38100" dist="25400" dir="5400000" algn="ctr" rotWithShape="0">
                                <a:srgbClr val="6E747A">
                                  <a:alpha val="43000"/>
                                </a:srgbClr>
                              </a:outerShdw>
                            </a:effectLst>
                            <a:latin typeface="Cambria Math" panose="02040503050406030204" charset="0"/>
                            <a:cs typeface="Cambria Math" panose="02040503050406030204" charset="0"/>
                          </a:rPr>
                          <m:t>−</m:t>
                        </m:r>
                        <m:sSup>
                          <m:sSupPr>
                            <m:ctrlPr>
                              <a:rPr lang="en-US" altLang="zh-CN" i="1">
                                <a:solidFill>
                                  <a:schemeClr val="accent1"/>
                                </a:solidFill>
                                <a:effectLst>
                                  <a:outerShdw blurRad="38100" dist="25400" dir="5400000" algn="ctr" rotWithShape="0">
                                    <a:srgbClr val="6E747A">
                                      <a:alpha val="43000"/>
                                    </a:srgbClr>
                                  </a:outerShdw>
                                </a:effectLst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sSupPr>
                          <m:e>
                            <m:r>
                              <a:rPr lang="en-US" altLang="zh-CN" b="1" i="1">
                                <a:solidFill>
                                  <a:schemeClr val="accent1"/>
                                </a:solidFill>
                                <a:effectLst>
                                  <a:outerShdw blurRad="38100" dist="25400" dir="5400000" algn="ctr" rotWithShape="0">
                                    <a:srgbClr val="6E747A">
                                      <a:alpha val="43000"/>
                                    </a:srgbClr>
                                  </a:outerShdw>
                                </a:effectLst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𝒙</m:t>
                            </m:r>
                          </m:e>
                          <m:sup>
                            <m:r>
                              <a:rPr lang="en-US" altLang="zh-CN" i="1">
                                <a:solidFill>
                                  <a:schemeClr val="accent1"/>
                                </a:solidFill>
                                <a:effectLst>
                                  <a:outerShdw blurRad="38100" dist="25400" dir="5400000" algn="ctr" rotWithShape="0">
                                    <a:srgbClr val="6E747A">
                                      <a:alpha val="43000"/>
                                    </a:srgbClr>
                                  </a:outerShdw>
                                </a:effectLst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𝑇</m:t>
                            </m:r>
                          </m:sup>
                        </m:sSup>
                        <m:r>
                          <a:rPr lang="en-US" altLang="zh-CN" b="1" i="1">
                            <a:solidFill>
                              <a:schemeClr val="accent1"/>
                            </a:solidFill>
                            <a:effectLst>
                              <a:outerShdw blurRad="38100" dist="25400" dir="5400000" algn="ctr" rotWithShape="0">
                                <a:srgbClr val="6E747A">
                                  <a:alpha val="43000"/>
                                </a:srgbClr>
                              </a:outerShdw>
                            </a:effectLst>
                            <a:latin typeface="Cambria Math" panose="02040503050406030204" charset="0"/>
                            <a:cs typeface="Cambria Math" panose="02040503050406030204" charset="0"/>
                          </a:rPr>
                          <m:t>𝒅𝒅</m:t>
                        </m:r>
                        <m:r>
                          <a:rPr lang="en-US" altLang="zh-CN" i="1">
                            <a:solidFill>
                              <a:schemeClr val="accent1"/>
                            </a:solidFill>
                            <a:effectLst>
                              <a:outerShdw blurRad="38100" dist="25400" dir="5400000" algn="ctr" rotWithShape="0">
                                <a:srgbClr val="6E747A">
                                  <a:alpha val="43000"/>
                                </a:srgbClr>
                              </a:outerShdw>
                            </a:effectLst>
                            <a:latin typeface="Cambria Math" panose="02040503050406030204" charset="0"/>
                            <a:cs typeface="Cambria Math" panose="02040503050406030204" charset="0"/>
                          </a:rPr>
                          <m:t>)</m:t>
                        </m:r>
                      </m:e>
                      <m:sup>
                        <m:r>
                          <a:rPr lang="en-US" altLang="zh-CN" i="1">
                            <a:solidFill>
                              <a:schemeClr val="accent1"/>
                            </a:solidFill>
                            <a:effectLst>
                              <a:outerShdw blurRad="38100" dist="25400" dir="5400000" algn="ctr" rotWithShape="0">
                                <a:srgbClr val="6E747A">
                                  <a:alpha val="43000"/>
                                </a:srgbClr>
                              </a:outerShdw>
                            </a:effectLst>
                            <a:latin typeface="Cambria Math" panose="02040503050406030204" charset="0"/>
                            <a:cs typeface="Cambria Math" panose="02040503050406030204" charset="0"/>
                          </a:rPr>
                          <m:t>𝑇</m:t>
                        </m:r>
                      </m:sup>
                    </m:sSup>
                    <m:r>
                      <a:rPr lang="en-US" altLang="zh-CN" i="1">
                        <a:solidFill>
                          <a:schemeClr val="accent1"/>
                        </a:solidFill>
                        <a:effectLst>
                          <a:outerShdw blurRad="38100" dist="25400" dir="5400000" algn="ctr" rotWithShape="0">
                            <a:srgbClr val="6E747A">
                              <a:alpha val="43000"/>
                            </a:srgbClr>
                          </a:outerShdw>
                        </a:effectLst>
                        <a:latin typeface="Cambria Math" panose="02040503050406030204" charset="0"/>
                        <a:cs typeface="Cambria Math" panose="02040503050406030204" charset="0"/>
                      </a:rPr>
                      <m:t>(</m:t>
                    </m:r>
                    <m:r>
                      <a:rPr lang="en-US" altLang="zh-CN" b="1" i="1">
                        <a:solidFill>
                          <a:schemeClr val="accent1"/>
                        </a:solidFill>
                        <a:effectLst>
                          <a:outerShdw blurRad="38100" dist="25400" dir="5400000" algn="ctr" rotWithShape="0">
                            <a:srgbClr val="6E747A">
                              <a:alpha val="43000"/>
                            </a:srgbClr>
                          </a:outerShdw>
                        </a:effectLst>
                        <a:latin typeface="Cambria Math" panose="02040503050406030204" charset="0"/>
                        <a:cs typeface="Cambria Math" panose="02040503050406030204" charset="0"/>
                      </a:rPr>
                      <m:t>𝒙</m:t>
                    </m:r>
                    <m:r>
                      <a:rPr lang="en-US" altLang="zh-CN" i="1">
                        <a:solidFill>
                          <a:schemeClr val="accent1"/>
                        </a:solidFill>
                        <a:effectLst>
                          <a:outerShdw blurRad="38100" dist="25400" dir="5400000" algn="ctr" rotWithShape="0">
                            <a:srgbClr val="6E747A">
                              <a:alpha val="43000"/>
                            </a:srgbClr>
                          </a:outerShdw>
                        </a:effectLst>
                        <a:latin typeface="Cambria Math" panose="02040503050406030204" charset="0"/>
                        <a:cs typeface="Cambria Math" panose="02040503050406030204" charset="0"/>
                      </a:rPr>
                      <m:t>−</m:t>
                    </m:r>
                    <m:sSup>
                      <m:sSupPr>
                        <m:ctrlPr>
                          <a:rPr lang="en-US" altLang="zh-CN" i="1">
                            <a:solidFill>
                              <a:schemeClr val="accent1"/>
                            </a:solidFill>
                            <a:effectLst>
                              <a:outerShdw blurRad="38100" dist="25400" dir="5400000" algn="ctr" rotWithShape="0">
                                <a:srgbClr val="6E747A">
                                  <a:alpha val="43000"/>
                                </a:srgbClr>
                              </a:outerShdw>
                            </a:effectLst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pPr>
                      <m:e>
                        <m:r>
                          <a:rPr lang="en-US" altLang="zh-CN" b="1" i="1">
                            <a:solidFill>
                              <a:schemeClr val="accent1"/>
                            </a:solidFill>
                            <a:effectLst>
                              <a:outerShdw blurRad="38100" dist="25400" dir="5400000" algn="ctr" rotWithShape="0">
                                <a:srgbClr val="6E747A">
                                  <a:alpha val="43000"/>
                                </a:srgbClr>
                              </a:outerShdw>
                            </a:effectLst>
                            <a:latin typeface="Cambria Math" panose="02040503050406030204" charset="0"/>
                            <a:cs typeface="Cambria Math" panose="02040503050406030204" charset="0"/>
                          </a:rPr>
                          <m:t>𝒙</m:t>
                        </m:r>
                      </m:e>
                      <m:sup>
                        <m:r>
                          <a:rPr lang="en-US" altLang="zh-CN" i="1">
                            <a:solidFill>
                              <a:schemeClr val="accent1"/>
                            </a:solidFill>
                            <a:effectLst>
                              <a:outerShdw blurRad="38100" dist="25400" dir="5400000" algn="ctr" rotWithShape="0">
                                <a:srgbClr val="6E747A">
                                  <a:alpha val="43000"/>
                                </a:srgbClr>
                              </a:outerShdw>
                            </a:effectLst>
                            <a:latin typeface="Cambria Math" panose="02040503050406030204" charset="0"/>
                            <a:cs typeface="Cambria Math" panose="02040503050406030204" charset="0"/>
                          </a:rPr>
                          <m:t>𝑇</m:t>
                        </m:r>
                      </m:sup>
                    </m:sSup>
                    <m:r>
                      <a:rPr lang="en-US" altLang="zh-CN" b="1" i="1">
                        <a:solidFill>
                          <a:schemeClr val="accent1"/>
                        </a:solidFill>
                        <a:effectLst>
                          <a:outerShdw blurRad="38100" dist="25400" dir="5400000" algn="ctr" rotWithShape="0">
                            <a:srgbClr val="6E747A">
                              <a:alpha val="43000"/>
                            </a:srgbClr>
                          </a:outerShdw>
                        </a:effectLst>
                        <a:latin typeface="Cambria Math" panose="02040503050406030204" charset="0"/>
                        <a:cs typeface="Cambria Math" panose="02040503050406030204" charset="0"/>
                      </a:rPr>
                      <m:t>𝒅𝒅</m:t>
                    </m:r>
                    <m:r>
                      <a:rPr lang="en-US" altLang="zh-CN" i="1">
                        <a:solidFill>
                          <a:schemeClr val="accent1"/>
                        </a:solidFill>
                        <a:effectLst>
                          <a:outerShdw blurRad="38100" dist="25400" dir="5400000" algn="ctr" rotWithShape="0">
                            <a:srgbClr val="6E747A">
                              <a:alpha val="43000"/>
                            </a:srgbClr>
                          </a:outerShdw>
                        </a:effectLst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))</m:t>
                    </m:r>
                  </m:oMath>
                </a14:m>
                <a:endParaRPr lang="en-US" altLang="zh-CN" i="1"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  <a:latin typeface="Cambria Math" panose="02040503050406030204" charset="0"/>
                  <a:ea typeface="MS Mincho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11" name="文本框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437515" y="2659380"/>
                <a:ext cx="6884670" cy="887095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文本框 11"/>
              <p:cNvSpPr txBox="1"/>
              <p:nvPr/>
            </p:nvSpPr>
            <p:spPr>
              <a:xfrm>
                <a:off x="108585" y="3569335"/>
                <a:ext cx="5205730" cy="3797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>
                    <a:gradFill>
                      <a:gsLst>
                        <a:gs pos="0">
                          <a:schemeClr val="bg1"/>
                        </a:gs>
                        <a:gs pos="42000">
                          <a:srgbClr val="6ACCF2"/>
                        </a:gs>
                        <a:gs pos="100000">
                          <a:srgbClr val="2497EA"/>
                        </a:gs>
                      </a:gsLst>
                      <a:lin ang="8100000" scaled="1"/>
                    </a:gradFill>
                  </a:rPr>
                  <a:t>Using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>
                            <a:gradFill>
                              <a:gsLst>
                                <a:gs pos="0">
                                  <a:schemeClr val="bg1"/>
                                </a:gs>
                                <a:gs pos="42000">
                                  <a:srgbClr val="6ACCF2"/>
                                </a:gs>
                                <a:gs pos="100000">
                                  <a:srgbClr val="2497EA"/>
                                </a:gs>
                              </a:gsLst>
                              <a:lin ang="8100000" scaled="1"/>
                            </a:gradFill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pPr>
                      <m:e>
                        <m:r>
                          <a:rPr lang="en-US" altLang="zh-CN" b="1" i="1">
                            <a:gradFill>
                              <a:gsLst>
                                <a:gs pos="0">
                                  <a:schemeClr val="bg1"/>
                                </a:gs>
                                <a:gs pos="42000">
                                  <a:srgbClr val="6ACCF2"/>
                                </a:gs>
                                <a:gs pos="100000">
                                  <a:srgbClr val="2497EA"/>
                                </a:gs>
                              </a:gsLst>
                              <a:lin ang="8100000" scaled="1"/>
                            </a:gra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𝒅</m:t>
                        </m:r>
                      </m:e>
                      <m:sup>
                        <m:r>
                          <a:rPr lang="en-US" altLang="zh-CN" i="1">
                            <a:gradFill>
                              <a:gsLst>
                                <a:gs pos="0">
                                  <a:schemeClr val="bg1"/>
                                </a:gs>
                                <a:gs pos="42000">
                                  <a:srgbClr val="6ACCF2"/>
                                </a:gs>
                                <a:gs pos="100000">
                                  <a:srgbClr val="2497EA"/>
                                </a:gs>
                              </a:gsLst>
                              <a:lin ang="8100000" scaled="1"/>
                            </a:gra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𝑇</m:t>
                        </m:r>
                      </m:sup>
                    </m:sSup>
                    <m:r>
                      <a:rPr lang="en-US" altLang="zh-CN" b="1" i="1">
                        <a:gradFill>
                          <a:gsLst>
                            <a:gs pos="0">
                              <a:schemeClr val="bg1"/>
                            </a:gs>
                            <a:gs pos="42000">
                              <a:srgbClr val="6ACCF2"/>
                            </a:gs>
                            <a:gs pos="100000">
                              <a:srgbClr val="2497EA"/>
                            </a:gs>
                          </a:gsLst>
                          <a:lin ang="8100000" scaled="1"/>
                        </a:gradFill>
                        <a:latin typeface="Cambria Math" panose="02040503050406030204" charset="0"/>
                        <a:cs typeface="Cambria Math" panose="02040503050406030204" charset="0"/>
                      </a:rPr>
                      <m:t>𝒅</m:t>
                    </m:r>
                    <m:r>
                      <a:rPr lang="en-US" altLang="zh-CN" i="1">
                        <a:gradFill>
                          <a:gsLst>
                            <a:gs pos="0">
                              <a:schemeClr val="bg1"/>
                            </a:gs>
                            <a:gs pos="42000">
                              <a:srgbClr val="6ACCF2"/>
                            </a:gs>
                            <a:gs pos="100000">
                              <a:srgbClr val="2497EA"/>
                            </a:gs>
                          </a:gsLst>
                          <a:lin ang="8100000" scaled="1"/>
                        </a:gradFill>
                        <a:latin typeface="Cambria Math" panose="02040503050406030204" charset="0"/>
                        <a:cs typeface="Cambria Math" panose="02040503050406030204" charset="0"/>
                      </a:rPr>
                      <m:t>=</m:t>
                    </m:r>
                    <m:r>
                      <a:rPr lang="en-US" altLang="zh-CN" i="1">
                        <a:gradFill>
                          <a:gsLst>
                            <a:gs pos="0">
                              <a:schemeClr val="bg1"/>
                            </a:gs>
                            <a:gs pos="42000">
                              <a:srgbClr val="6ACCF2"/>
                            </a:gs>
                            <a:gs pos="100000">
                              <a:srgbClr val="2497EA"/>
                            </a:gs>
                          </a:gsLst>
                          <a:lin ang="8100000" scaled="1"/>
                        </a:gradFill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1</m:t>
                    </m:r>
                    <m:r>
                      <a:rPr lang="en-US" altLang="zh-CN">
                        <a:gradFill>
                          <a:gsLst>
                            <a:gs pos="0">
                              <a:schemeClr val="bg1"/>
                            </a:gs>
                            <a:gs pos="42000">
                              <a:srgbClr val="6ACCF2"/>
                            </a:gs>
                            <a:gs pos="100000">
                              <a:srgbClr val="2497EA"/>
                            </a:gs>
                          </a:gsLst>
                          <a:lin ang="8100000" scaled="1"/>
                        </a:gradFill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,</m:t>
                    </m:r>
                    <m:r>
                      <m:rPr>
                        <m:sty m:val="p"/>
                      </m:rPr>
                      <a:rPr lang="en-US" altLang="zh-CN">
                        <a:gradFill>
                          <a:gsLst>
                            <a:gs pos="0">
                              <a:schemeClr val="bg1"/>
                            </a:gs>
                            <a:gs pos="42000">
                              <a:srgbClr val="6ACCF2"/>
                            </a:gs>
                            <a:gs pos="100000">
                              <a:srgbClr val="2497EA"/>
                            </a:gs>
                          </a:gsLst>
                          <a:lin ang="8100000" scaled="1"/>
                        </a:gradFill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we</m:t>
                    </m:r>
                    <m:r>
                      <a:rPr lang="en-US" altLang="zh-CN">
                        <a:gradFill>
                          <a:gsLst>
                            <a:gs pos="0">
                              <a:schemeClr val="bg1"/>
                            </a:gs>
                            <a:gs pos="42000">
                              <a:srgbClr val="6ACCF2"/>
                            </a:gs>
                            <a:gs pos="100000">
                              <a:srgbClr val="2497EA"/>
                            </a:gs>
                          </a:gsLst>
                          <a:lin ang="8100000" scaled="1"/>
                        </a:gradFill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 </m:t>
                    </m:r>
                    <m:r>
                      <m:rPr>
                        <m:sty m:val="p"/>
                      </m:rPr>
                      <a:rPr lang="en-US" altLang="zh-CN">
                        <a:gradFill>
                          <a:gsLst>
                            <a:gs pos="0">
                              <a:schemeClr val="bg1"/>
                            </a:gs>
                            <a:gs pos="42000">
                              <a:srgbClr val="6ACCF2"/>
                            </a:gs>
                            <a:gs pos="100000">
                              <a:srgbClr val="2497EA"/>
                            </a:gs>
                          </a:gsLst>
                          <a:lin ang="8100000" scaled="1"/>
                        </a:gradFill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have</m:t>
                    </m:r>
                    <m:r>
                      <a:rPr lang="en-US" altLang="zh-CN">
                        <a:gradFill>
                          <a:gsLst>
                            <a:gs pos="0">
                              <a:schemeClr val="bg1"/>
                            </a:gs>
                            <a:gs pos="42000">
                              <a:srgbClr val="6ACCF2"/>
                            </a:gs>
                            <a:gs pos="100000">
                              <a:srgbClr val="2497EA"/>
                            </a:gs>
                          </a:gsLst>
                          <a:lin ang="8100000" scaled="1"/>
                        </a:gradFill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:</m:t>
                    </m:r>
                  </m:oMath>
                </a14:m>
                <a:endParaRPr lang="en-US" altLang="zh-CN">
                  <a:gradFill>
                    <a:gsLst>
                      <a:gs pos="0">
                        <a:schemeClr val="bg1"/>
                      </a:gs>
                      <a:gs pos="42000">
                        <a:srgbClr val="6ACCF2"/>
                      </a:gs>
                      <a:gs pos="100000">
                        <a:srgbClr val="2497EA"/>
                      </a:gs>
                    </a:gsLst>
                    <a:lin ang="8100000" scaled="1"/>
                  </a:gradFill>
                  <a:latin typeface="Cambria Math" panose="02040503050406030204" charset="0"/>
                  <a:ea typeface="MS Mincho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12" name="文本框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585" y="3569335"/>
                <a:ext cx="5205730" cy="379730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文本框 12"/>
              <p:cNvSpPr txBox="1"/>
              <p:nvPr/>
            </p:nvSpPr>
            <p:spPr>
              <a:xfrm>
                <a:off x="263525" y="3994785"/>
                <a:ext cx="5050155" cy="3606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i="1">
                              <a:solidFill>
                                <a:schemeClr val="accent1"/>
                              </a:solidFill>
                              <a:effectLst>
                                <a:outerShdw blurRad="38100" dist="25400" dir="5400000" algn="ctr" rotWithShape="0">
                                  <a:srgbClr val="6E747A">
                                    <a:alpha val="43000"/>
                                  </a:srgbClr>
                                </a:outerShdw>
                              </a:effectLst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pPr>
                        <m:e>
                          <m:r>
                            <a:rPr lang="en-US" altLang="zh-CN" b="1" i="1">
                              <a:solidFill>
                                <a:schemeClr val="accent1"/>
                              </a:solidFill>
                              <a:effectLst>
                                <a:outerShdw blurRad="38100" dist="25400" dir="5400000" algn="ctr" rotWithShape="0">
                                  <a:srgbClr val="6E747A">
                                    <a:alpha val="43000"/>
                                  </a:srgbClr>
                                </a:outerShdw>
                              </a:effectLst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𝒅</m:t>
                          </m:r>
                        </m:e>
                        <m:sup>
                          <m:r>
                            <a:rPr lang="en-US" altLang="zh-CN" i="1">
                              <a:solidFill>
                                <a:schemeClr val="accent1"/>
                              </a:solidFill>
                              <a:effectLst>
                                <a:outerShdw blurRad="38100" dist="25400" dir="5400000" algn="ctr" rotWithShape="0">
                                  <a:srgbClr val="6E747A">
                                    <a:alpha val="43000"/>
                                  </a:srgbClr>
                                </a:outerShdw>
                              </a:effectLst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∗</m:t>
                          </m:r>
                        </m:sup>
                      </m:sSup>
                      <m:r>
                        <a:rPr lang="en-US" altLang="zh-CN" i="1">
                          <a:solidFill>
                            <a:schemeClr val="accent1"/>
                          </a:solidFill>
                          <a:effectLst>
                            <a:outerShdw blurRad="38100" dist="25400" dir="5400000" algn="ctr" rotWithShape="0">
                              <a:srgbClr val="6E747A">
                                <a:alpha val="43000"/>
                              </a:srgbClr>
                            </a:outerShdw>
                          </a:effectLst>
                          <a:latin typeface="Cambria Math" panose="02040503050406030204" charset="0"/>
                          <a:cs typeface="Cambria Math" panose="02040503050406030204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i="1">
                              <a:solidFill>
                                <a:schemeClr val="accent1"/>
                              </a:solidFill>
                              <a:effectLst>
                                <a:outerShdw blurRad="38100" dist="25400" dir="5400000" algn="ctr" rotWithShape="0">
                                  <a:srgbClr val="6E747A">
                                    <a:alpha val="43000"/>
                                  </a:srgbClr>
                                </a:outerShdw>
                              </a:effectLst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solidFill>
                                <a:schemeClr val="accent1"/>
                              </a:solidFill>
                              <a:effectLst>
                                <a:outerShdw blurRad="38100" dist="25400" dir="5400000" algn="ctr" rotWithShape="0">
                                  <a:srgbClr val="6E747A">
                                    <a:alpha val="43000"/>
                                  </a:srgbClr>
                                </a:outerShdw>
                              </a:effectLst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𝑎𝑟𝑔𝑚𝑎𝑥</m:t>
                          </m:r>
                        </m:e>
                        <m:sub>
                          <m:r>
                            <a:rPr lang="en-US" altLang="zh-CN" i="1">
                              <a:solidFill>
                                <a:schemeClr val="accent1"/>
                              </a:solidFill>
                              <a:effectLst>
                                <a:outerShdw blurRad="38100" dist="25400" dir="5400000" algn="ctr" rotWithShape="0">
                                  <a:srgbClr val="6E747A">
                                    <a:alpha val="43000"/>
                                  </a:srgbClr>
                                </a:outerShdw>
                              </a:effectLst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𝑑</m:t>
                          </m:r>
                        </m:sub>
                      </m:sSub>
                      <m:r>
                        <a:rPr lang="en-US" altLang="zh-CN" i="1">
                          <a:solidFill>
                            <a:schemeClr val="accent1"/>
                          </a:solidFill>
                          <a:effectLst>
                            <a:outerShdw blurRad="38100" dist="25400" dir="5400000" algn="ctr" rotWithShape="0">
                              <a:srgbClr val="6E747A">
                                <a:alpha val="43000"/>
                              </a:srgbClr>
                            </a:outerShdw>
                          </a:effectLst>
                          <a:latin typeface="Cambria Math" panose="02040503050406030204" charset="0"/>
                          <a:cs typeface="Cambria Math" panose="02040503050406030204" charset="0"/>
                        </a:rPr>
                        <m:t> </m:t>
                      </m:r>
                      <m:r>
                        <a:rPr lang="en-US" altLang="zh-CN" i="1">
                          <a:solidFill>
                            <a:schemeClr val="accent1"/>
                          </a:solidFill>
                          <a:effectLst>
                            <a:outerShdw blurRad="38100" dist="25400" dir="5400000" algn="ctr" rotWithShape="0">
                              <a:srgbClr val="6E747A">
                                <a:alpha val="43000"/>
                              </a:srgbClr>
                            </a:outerShdw>
                          </a:effectLst>
                          <a:latin typeface="Cambria Math" panose="02040503050406030204" charset="0"/>
                          <a:cs typeface="Cambria Math" panose="02040503050406030204" charset="0"/>
                        </a:rPr>
                        <m:t>𝑡𝑟</m:t>
                      </m:r>
                      <m:r>
                        <a:rPr lang="en-US" altLang="zh-CN" i="1">
                          <a:solidFill>
                            <a:schemeClr val="accent1"/>
                          </a:solidFill>
                          <a:effectLst>
                            <a:outerShdw blurRad="38100" dist="25400" dir="5400000" algn="ctr" rotWithShape="0">
                              <a:srgbClr val="6E747A">
                                <a:alpha val="43000"/>
                              </a:srgbClr>
                            </a:outerShdw>
                          </a:effectLst>
                          <a:latin typeface="Cambria Math" panose="02040503050406030204" charset="0"/>
                          <a:cs typeface="Cambria Math" panose="02040503050406030204" charset="0"/>
                        </a:rPr>
                        <m:t>(</m:t>
                      </m:r>
                      <m:sSup>
                        <m:sSupPr>
                          <m:ctrlPr>
                            <a:rPr lang="en-US" altLang="zh-CN" i="1">
                              <a:solidFill>
                                <a:schemeClr val="accent1"/>
                              </a:solidFill>
                              <a:effectLst>
                                <a:outerShdw blurRad="38100" dist="25400" dir="5400000" algn="ctr" rotWithShape="0">
                                  <a:srgbClr val="6E747A">
                                    <a:alpha val="43000"/>
                                  </a:srgbClr>
                                </a:outerShdw>
                              </a:effectLst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pPr>
                        <m:e>
                          <m:r>
                            <a:rPr lang="en-US" altLang="zh-CN" b="1" i="1">
                              <a:solidFill>
                                <a:schemeClr val="accent1"/>
                              </a:solidFill>
                              <a:effectLst>
                                <a:outerShdw blurRad="38100" dist="25400" dir="5400000" algn="ctr" rotWithShape="0">
                                  <a:srgbClr val="6E747A">
                                    <a:alpha val="43000"/>
                                  </a:srgbClr>
                                </a:outerShdw>
                              </a:effectLst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𝒅</m:t>
                          </m:r>
                        </m:e>
                        <m:sup>
                          <m:r>
                            <a:rPr lang="en-US" altLang="zh-CN" i="1">
                              <a:solidFill>
                                <a:schemeClr val="accent1"/>
                              </a:solidFill>
                              <a:effectLst>
                                <a:outerShdw blurRad="38100" dist="25400" dir="5400000" algn="ctr" rotWithShape="0">
                                  <a:srgbClr val="6E747A">
                                    <a:alpha val="43000"/>
                                  </a:srgbClr>
                                </a:outerShdw>
                              </a:effectLst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𝑇</m:t>
                          </m:r>
                        </m:sup>
                      </m:sSup>
                      <m:sSup>
                        <m:sSupPr>
                          <m:ctrlPr>
                            <a:rPr lang="en-US" altLang="zh-CN" i="1">
                              <a:solidFill>
                                <a:schemeClr val="accent1"/>
                              </a:solidFill>
                              <a:effectLst>
                                <a:outerShdw blurRad="38100" dist="25400" dir="5400000" algn="ctr" rotWithShape="0">
                                  <a:srgbClr val="6E747A">
                                    <a:alpha val="43000"/>
                                  </a:srgbClr>
                                </a:outerShdw>
                              </a:effectLst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solidFill>
                                <a:schemeClr val="accent1"/>
                              </a:solidFill>
                              <a:effectLst>
                                <a:outerShdw blurRad="38100" dist="25400" dir="5400000" algn="ctr" rotWithShape="0">
                                  <a:srgbClr val="6E747A">
                                    <a:alpha val="43000"/>
                                  </a:srgbClr>
                                </a:outerShdw>
                              </a:effectLst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𝑋</m:t>
                          </m:r>
                        </m:e>
                        <m:sup>
                          <m:r>
                            <a:rPr lang="en-US" altLang="zh-CN" i="1">
                              <a:solidFill>
                                <a:schemeClr val="accent1"/>
                              </a:solidFill>
                              <a:effectLst>
                                <a:outerShdw blurRad="38100" dist="25400" dir="5400000" algn="ctr" rotWithShape="0">
                                  <a:srgbClr val="6E747A">
                                    <a:alpha val="43000"/>
                                  </a:srgbClr>
                                </a:outerShdw>
                              </a:effectLst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𝑇</m:t>
                          </m:r>
                        </m:sup>
                      </m:sSup>
                      <m:r>
                        <a:rPr lang="en-US" altLang="zh-CN" i="1">
                          <a:solidFill>
                            <a:schemeClr val="accent1"/>
                          </a:solidFill>
                          <a:effectLst>
                            <a:outerShdw blurRad="38100" dist="25400" dir="5400000" algn="ctr" rotWithShape="0">
                              <a:srgbClr val="6E747A">
                                <a:alpha val="43000"/>
                              </a:srgbClr>
                            </a:outerShdw>
                          </a:effectLst>
                          <a:latin typeface="Cambria Math" panose="02040503050406030204" charset="0"/>
                          <a:cs typeface="Cambria Math" panose="02040503050406030204" charset="0"/>
                        </a:rPr>
                        <m:t>𝑋</m:t>
                      </m:r>
                      <m:r>
                        <a:rPr lang="en-US" altLang="zh-CN" b="1" i="1">
                          <a:solidFill>
                            <a:schemeClr val="accent1"/>
                          </a:solidFill>
                          <a:effectLst>
                            <a:outerShdw blurRad="38100" dist="25400" dir="5400000" algn="ctr" rotWithShape="0">
                              <a:srgbClr val="6E747A">
                                <a:alpha val="43000"/>
                              </a:srgbClr>
                            </a:outerShdw>
                          </a:effectLst>
                          <a:latin typeface="Cambria Math" panose="02040503050406030204" charset="0"/>
                          <a:cs typeface="Cambria Math" panose="02040503050406030204" charset="0"/>
                        </a:rPr>
                        <m:t>𝒅</m:t>
                      </m:r>
                      <m:r>
                        <a:rPr lang="en-US" altLang="zh-CN" i="1">
                          <a:solidFill>
                            <a:schemeClr val="accent1"/>
                          </a:solidFill>
                          <a:effectLst>
                            <a:outerShdw blurRad="38100" dist="25400" dir="5400000" algn="ctr" rotWithShape="0">
                              <a:srgbClr val="6E747A">
                                <a:alpha val="43000"/>
                              </a:srgbClr>
                            </a:outerShdw>
                          </a:effectLst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)  </m:t>
                      </m:r>
                      <m:r>
                        <a:rPr lang="en-US" altLang="zh-CN" i="1">
                          <a:solidFill>
                            <a:schemeClr val="accent1"/>
                          </a:solidFill>
                          <a:effectLst>
                            <a:outerShdw blurRad="38100" dist="25400" dir="5400000" algn="ctr" rotWithShape="0">
                              <a:srgbClr val="6E747A">
                                <a:alpha val="43000"/>
                              </a:srgbClr>
                            </a:outerShdw>
                          </a:effectLst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𝑠𝑢𝑏𝑗𝑒𝑐𝑡</m:t>
                      </m:r>
                      <m:r>
                        <a:rPr lang="en-US" altLang="zh-CN" i="1">
                          <a:solidFill>
                            <a:schemeClr val="accent1"/>
                          </a:solidFill>
                          <a:effectLst>
                            <a:outerShdw blurRad="38100" dist="25400" dir="5400000" algn="ctr" rotWithShape="0">
                              <a:srgbClr val="6E747A">
                                <a:alpha val="43000"/>
                              </a:srgbClr>
                            </a:outerShdw>
                          </a:effectLst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 </m:t>
                      </m:r>
                      <m:r>
                        <a:rPr lang="en-US" altLang="zh-CN" i="1">
                          <a:solidFill>
                            <a:schemeClr val="accent1"/>
                          </a:solidFill>
                          <a:effectLst>
                            <a:outerShdw blurRad="38100" dist="25400" dir="5400000" algn="ctr" rotWithShape="0">
                              <a:srgbClr val="6E747A">
                                <a:alpha val="43000"/>
                              </a:srgbClr>
                            </a:outerShdw>
                          </a:effectLst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𝑡𝑜</m:t>
                      </m:r>
                      <m:r>
                        <a:rPr lang="en-US" altLang="zh-CN" i="1">
                          <a:solidFill>
                            <a:schemeClr val="accent1"/>
                          </a:solidFill>
                          <a:effectLst>
                            <a:outerShdw blurRad="38100" dist="25400" dir="5400000" algn="ctr" rotWithShape="0">
                              <a:srgbClr val="6E747A">
                                <a:alpha val="43000"/>
                              </a:srgbClr>
                            </a:outerShdw>
                          </a:effectLst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 </m:t>
                      </m:r>
                      <m:sSup>
                        <m:sSupPr>
                          <m:ctrlPr>
                            <a:rPr lang="en-US" altLang="zh-CN" i="1">
                              <a:solidFill>
                                <a:schemeClr val="accent1"/>
                              </a:solidFill>
                              <a:effectLst>
                                <a:outerShdw blurRad="38100" dist="25400" dir="5400000" algn="ctr" rotWithShape="0">
                                  <a:srgbClr val="6E747A">
                                    <a:alpha val="43000"/>
                                  </a:srgbClr>
                                </a:outerShdw>
                              </a:effectLst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</m:ctrlPr>
                        </m:sSupPr>
                        <m:e>
                          <m:r>
                            <a:rPr lang="en-US" altLang="zh-CN" b="1" i="1">
                              <a:solidFill>
                                <a:schemeClr val="accent1"/>
                              </a:solidFill>
                              <a:effectLst>
                                <a:outerShdw blurRad="38100" dist="25400" dir="5400000" algn="ctr" rotWithShape="0">
                                  <a:srgbClr val="6E747A">
                                    <a:alpha val="43000"/>
                                  </a:srgbClr>
                                </a:outerShdw>
                              </a:effectLst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𝒅</m:t>
                          </m:r>
                        </m:e>
                        <m:sup>
                          <m:r>
                            <a:rPr lang="en-US" altLang="zh-CN" i="1">
                              <a:solidFill>
                                <a:schemeClr val="accent1"/>
                              </a:solidFill>
                              <a:effectLst>
                                <a:outerShdw blurRad="38100" dist="25400" dir="5400000" algn="ctr" rotWithShape="0">
                                  <a:srgbClr val="6E747A">
                                    <a:alpha val="43000"/>
                                  </a:srgbClr>
                                </a:outerShdw>
                              </a:effectLst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𝑇</m:t>
                          </m:r>
                        </m:sup>
                      </m:sSup>
                      <m:r>
                        <a:rPr lang="en-US" altLang="zh-CN" b="1" i="1">
                          <a:solidFill>
                            <a:schemeClr val="accent1"/>
                          </a:solidFill>
                          <a:effectLst>
                            <a:outerShdw blurRad="38100" dist="25400" dir="5400000" algn="ctr" rotWithShape="0">
                              <a:srgbClr val="6E747A">
                                <a:alpha val="43000"/>
                              </a:srgbClr>
                            </a:outerShdw>
                          </a:effectLst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𝒅</m:t>
                      </m:r>
                      <m:r>
                        <a:rPr lang="en-US" altLang="zh-CN" i="1">
                          <a:solidFill>
                            <a:schemeClr val="accent1"/>
                          </a:solidFill>
                          <a:effectLst>
                            <a:outerShdw blurRad="38100" dist="25400" dir="5400000" algn="ctr" rotWithShape="0">
                              <a:srgbClr val="6E747A">
                                <a:alpha val="43000"/>
                              </a:srgbClr>
                            </a:outerShdw>
                          </a:effectLst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=</m:t>
                      </m:r>
                      <m:r>
                        <a:rPr lang="en-US" altLang="zh-CN" i="1">
                          <a:solidFill>
                            <a:schemeClr val="accent1"/>
                          </a:solidFill>
                          <a:effectLst>
                            <a:outerShdw blurRad="38100" dist="25400" dir="5400000" algn="ctr" rotWithShape="0">
                              <a:srgbClr val="6E747A">
                                <a:alpha val="43000"/>
                              </a:srgbClr>
                            </a:outerShdw>
                          </a:effectLst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1</m:t>
                      </m:r>
                    </m:oMath>
                  </m:oMathPara>
                </a14:m>
                <a:endParaRPr lang="en-US" altLang="zh-CN" i="1"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  <a:latin typeface="Cambria Math" panose="02040503050406030204" charset="0"/>
                  <a:ea typeface="MS Mincho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13" name="文本框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525" y="3994785"/>
                <a:ext cx="5050155" cy="360680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文本框 13"/>
              <p:cNvSpPr txBox="1"/>
              <p:nvPr/>
            </p:nvSpPr>
            <p:spPr>
              <a:xfrm>
                <a:off x="236220" y="4355465"/>
                <a:ext cx="5563235" cy="6400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i="1">
                              <a:solidFill>
                                <a:schemeClr val="accent1"/>
                              </a:solidFill>
                              <a:effectLst>
                                <a:outerShdw blurRad="38100" dist="25400" dir="5400000" algn="ctr" rotWithShape="0">
                                  <a:srgbClr val="6E747A">
                                    <a:alpha val="43000"/>
                                  </a:srgbClr>
                                </a:outerShdw>
                              </a:effectLst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solidFill>
                                <a:schemeClr val="accent1"/>
                              </a:solidFill>
                              <a:effectLst>
                                <a:outerShdw blurRad="38100" dist="25400" dir="5400000" algn="ctr" rotWithShape="0">
                                  <a:srgbClr val="6E747A">
                                    <a:alpha val="43000"/>
                                  </a:srgbClr>
                                </a:outerShdw>
                              </a:effectLst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𝜕</m:t>
                          </m:r>
                          <m:r>
                            <a:rPr lang="en-US" altLang="zh-CN" i="1">
                              <a:solidFill>
                                <a:schemeClr val="accent1"/>
                              </a:solidFill>
                              <a:effectLst>
                                <a:outerShdw blurRad="38100" dist="25400" dir="5400000" algn="ctr" rotWithShape="0">
                                  <a:srgbClr val="6E747A">
                                    <a:alpha val="43000"/>
                                  </a:srgbClr>
                                </a:outerShdw>
                              </a:effectLst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𝑡𝑟</m:t>
                          </m:r>
                          <m:r>
                            <a:rPr lang="en-US" altLang="zh-CN" i="1">
                              <a:solidFill>
                                <a:schemeClr val="accent1"/>
                              </a:solidFill>
                              <a:effectLst>
                                <a:outerShdw blurRad="38100" dist="25400" dir="5400000" algn="ctr" rotWithShape="0">
                                  <a:srgbClr val="6E747A">
                                    <a:alpha val="43000"/>
                                  </a:srgbClr>
                                </a:outerShdw>
                              </a:effectLst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lang="en-US" altLang="zh-CN" i="1">
                                  <a:solidFill>
                                    <a:schemeClr val="accent1"/>
                                  </a:solidFill>
                                  <a:effectLst>
                                    <a:outerShdw blurRad="38100" dist="25400" dir="5400000" algn="ctr" rotWithShape="0">
                                      <a:srgbClr val="6E747A">
                                        <a:alpha val="43000"/>
                                      </a:srgbClr>
                                    </a:outerShdw>
                                  </a:effectLst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1" i="1">
                                  <a:solidFill>
                                    <a:schemeClr val="accent1"/>
                                  </a:solidFill>
                                  <a:effectLst>
                                    <a:outerShdw blurRad="38100" dist="25400" dir="5400000" algn="ctr" rotWithShape="0">
                                      <a:srgbClr val="6E747A">
                                        <a:alpha val="43000"/>
                                      </a:srgbClr>
                                    </a:outerShdw>
                                  </a:effectLst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𝒅</m:t>
                              </m:r>
                            </m:e>
                            <m:sup>
                              <m:r>
                                <a:rPr lang="en-US" altLang="zh-CN" i="1">
                                  <a:solidFill>
                                    <a:schemeClr val="accent1"/>
                                  </a:solidFill>
                                  <a:effectLst>
                                    <a:outerShdw blurRad="38100" dist="25400" dir="5400000" algn="ctr" rotWithShape="0">
                                      <a:srgbClr val="6E747A">
                                        <a:alpha val="43000"/>
                                      </a:srgbClr>
                                    </a:outerShdw>
                                  </a:effectLst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𝑇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altLang="zh-CN" i="1">
                                  <a:solidFill>
                                    <a:schemeClr val="accent1"/>
                                  </a:solidFill>
                                  <a:effectLst>
                                    <a:outerShdw blurRad="38100" dist="25400" dir="5400000" algn="ctr" rotWithShape="0">
                                      <a:srgbClr val="6E747A">
                                        <a:alpha val="43000"/>
                                      </a:srgbClr>
                                    </a:outerShdw>
                                  </a:effectLst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>
                                  <a:solidFill>
                                    <a:schemeClr val="accent1"/>
                                  </a:solidFill>
                                  <a:effectLst>
                                    <a:outerShdw blurRad="38100" dist="25400" dir="5400000" algn="ctr" rotWithShape="0">
                                      <a:srgbClr val="6E747A">
                                        <a:alpha val="43000"/>
                                      </a:srgbClr>
                                    </a:outerShdw>
                                  </a:effectLst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𝑋</m:t>
                              </m:r>
                            </m:e>
                            <m:sup>
                              <m:r>
                                <a:rPr lang="en-US" altLang="zh-CN" i="1">
                                  <a:solidFill>
                                    <a:schemeClr val="accent1"/>
                                  </a:solidFill>
                                  <a:effectLst>
                                    <a:outerShdw blurRad="38100" dist="25400" dir="5400000" algn="ctr" rotWithShape="0">
                                      <a:srgbClr val="6E747A">
                                        <a:alpha val="43000"/>
                                      </a:srgbClr>
                                    </a:outerShdw>
                                  </a:effectLst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𝑇</m:t>
                              </m:r>
                            </m:sup>
                          </m:sSup>
                          <m:r>
                            <a:rPr lang="en-US" altLang="zh-CN" i="1">
                              <a:solidFill>
                                <a:schemeClr val="accent1"/>
                              </a:solidFill>
                              <a:effectLst>
                                <a:outerShdw blurRad="38100" dist="25400" dir="5400000" algn="ctr" rotWithShape="0">
                                  <a:srgbClr val="6E747A">
                                    <a:alpha val="43000"/>
                                  </a:srgbClr>
                                </a:outerShdw>
                              </a:effectLst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𝑋</m:t>
                          </m:r>
                          <m:r>
                            <a:rPr lang="en-US" altLang="zh-CN" b="1" i="1">
                              <a:solidFill>
                                <a:schemeClr val="accent1"/>
                              </a:solidFill>
                              <a:effectLst>
                                <a:outerShdw blurRad="38100" dist="25400" dir="5400000" algn="ctr" rotWithShape="0">
                                  <a:srgbClr val="6E747A">
                                    <a:alpha val="43000"/>
                                  </a:srgbClr>
                                </a:outerShdw>
                              </a:effectLst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𝒅</m:t>
                          </m:r>
                          <m:r>
                            <a:rPr lang="en-US" altLang="zh-CN" i="1">
                              <a:solidFill>
                                <a:schemeClr val="accent1"/>
                              </a:solidFill>
                              <a:effectLst>
                                <a:outerShdw blurRad="38100" dist="25400" dir="5400000" algn="ctr" rotWithShape="0">
                                  <a:srgbClr val="6E747A">
                                    <a:alpha val="43000"/>
                                  </a:srgbClr>
                                </a:outerShdw>
                              </a:effectLst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)</m:t>
                          </m:r>
                        </m:num>
                        <m:den>
                          <m:r>
                            <a:rPr lang="en-US" altLang="zh-CN" i="1">
                              <a:solidFill>
                                <a:schemeClr val="accent1"/>
                              </a:solidFill>
                              <a:effectLst>
                                <a:outerShdw blurRad="38100" dist="25400" dir="5400000" algn="ctr" rotWithShape="0">
                                  <a:srgbClr val="6E747A">
                                    <a:alpha val="43000"/>
                                  </a:srgbClr>
                                </a:outerShdw>
                              </a:effectLst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𝜕</m:t>
                          </m:r>
                          <m:r>
                            <a:rPr lang="en-US" altLang="zh-CN" i="1">
                              <a:solidFill>
                                <a:schemeClr val="accent1"/>
                              </a:solidFill>
                              <a:effectLst>
                                <a:outerShdw blurRad="38100" dist="25400" dir="5400000" algn="ctr" rotWithShape="0">
                                  <a:srgbClr val="6E747A">
                                    <a:alpha val="43000"/>
                                  </a:srgbClr>
                                </a:outerShdw>
                              </a:effectLst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𝑑</m:t>
                          </m:r>
                        </m:den>
                      </m:f>
                      <m:r>
                        <a:rPr lang="en-US" altLang="zh-CN" i="1">
                          <a:solidFill>
                            <a:schemeClr val="accent1"/>
                          </a:solidFill>
                          <a:effectLst>
                            <a:outerShdw blurRad="38100" dist="25400" dir="5400000" algn="ctr" rotWithShape="0">
                              <a:srgbClr val="6E747A">
                                <a:alpha val="43000"/>
                              </a:srgbClr>
                            </a:outerShdw>
                          </a:effectLst>
                          <a:latin typeface="Cambria Math" panose="02040503050406030204" charset="0"/>
                          <a:cs typeface="Cambria Math" panose="02040503050406030204" charset="0"/>
                        </a:rPr>
                        <m:t>=</m:t>
                      </m:r>
                      <m:r>
                        <a:rPr lang="en-US" altLang="zh-CN" i="1">
                          <a:solidFill>
                            <a:schemeClr val="accent1"/>
                          </a:solidFill>
                          <a:effectLst>
                            <a:outerShdw blurRad="38100" dist="25400" dir="5400000" algn="ctr" rotWithShape="0">
                              <a:srgbClr val="6E747A">
                                <a:alpha val="43000"/>
                              </a:srgbClr>
                            </a:outerShdw>
                          </a:effectLst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0</m:t>
                      </m:r>
                    </m:oMath>
                  </m:oMathPara>
                </a14:m>
                <a:endParaRPr lang="en-US" altLang="zh-CN" i="1"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  <a:latin typeface="Cambria Math" panose="02040503050406030204" charset="0"/>
                  <a:ea typeface="MS Mincho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14" name="文本框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220" y="4355465"/>
                <a:ext cx="5563235" cy="640080"/>
              </a:xfrm>
              <a:prstGeom prst="rect">
                <a:avLst/>
              </a:prstGeom>
              <a:blipFill rotWithShape="1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文本框 14"/>
          <p:cNvSpPr txBox="1"/>
          <p:nvPr/>
        </p:nvSpPr>
        <p:spPr>
          <a:xfrm>
            <a:off x="108585" y="4955540"/>
            <a:ext cx="36207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gradFill>
                  <a:gsLst>
                    <a:gs pos="0">
                      <a:schemeClr val="bg1"/>
                    </a:gs>
                    <a:gs pos="42000">
                      <a:srgbClr val="6ACCF2"/>
                    </a:gs>
                    <a:gs pos="100000">
                      <a:srgbClr val="2497EA"/>
                    </a:gs>
                  </a:gsLst>
                  <a:lin ang="8100000" scaled="1"/>
                </a:gradFill>
              </a:rPr>
              <a:t>Using Lagrange multiplier method:</a:t>
            </a:r>
            <a:endParaRPr lang="en-US" altLang="zh-CN">
              <a:gradFill>
                <a:gsLst>
                  <a:gs pos="0">
                    <a:schemeClr val="bg1"/>
                  </a:gs>
                  <a:gs pos="42000">
                    <a:srgbClr val="6ACCF2"/>
                  </a:gs>
                  <a:gs pos="100000">
                    <a:srgbClr val="2497EA"/>
                  </a:gs>
                </a:gsLst>
                <a:lin ang="8100000" scaled="1"/>
              </a:gra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文本框 15"/>
              <p:cNvSpPr txBox="1"/>
              <p:nvPr/>
            </p:nvSpPr>
            <p:spPr>
              <a:xfrm>
                <a:off x="377825" y="5323840"/>
                <a:ext cx="4882515" cy="11518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solidFill>
                            <a:schemeClr val="accent1"/>
                          </a:solidFill>
                          <a:effectLst>
                            <a:outerShdw blurRad="38100" dist="25400" dir="5400000" algn="ctr" rotWithShape="0">
                              <a:srgbClr val="6E747A">
                                <a:alpha val="43000"/>
                              </a:srgbClr>
                            </a:outerShdw>
                          </a:effectLst>
                          <a:latin typeface="Cambria Math" panose="02040503050406030204" charset="0"/>
                          <a:cs typeface="Cambria Math" panose="02040503050406030204" charset="0"/>
                        </a:rPr>
                        <m:t>𝐿</m:t>
                      </m:r>
                      <m:r>
                        <a:rPr lang="en-US" altLang="zh-CN" i="1">
                          <a:solidFill>
                            <a:schemeClr val="accent1"/>
                          </a:solidFill>
                          <a:effectLst>
                            <a:outerShdw blurRad="38100" dist="25400" dir="5400000" algn="ctr" rotWithShape="0">
                              <a:srgbClr val="6E747A">
                                <a:alpha val="43000"/>
                              </a:srgbClr>
                            </a:outerShdw>
                          </a:effectLst>
                          <a:latin typeface="Cambria Math" panose="02040503050406030204" charset="0"/>
                          <a:cs typeface="Cambria Math" panose="02040503050406030204" charset="0"/>
                        </a:rPr>
                        <m:t>(</m:t>
                      </m:r>
                      <m:r>
                        <a:rPr lang="en-US" altLang="zh-CN" b="1" i="1">
                          <a:solidFill>
                            <a:schemeClr val="accent1"/>
                          </a:solidFill>
                          <a:effectLst>
                            <a:outerShdw blurRad="38100" dist="25400" dir="5400000" algn="ctr" rotWithShape="0">
                              <a:srgbClr val="6E747A">
                                <a:alpha val="43000"/>
                              </a:srgbClr>
                            </a:outerShdw>
                          </a:effectLst>
                          <a:latin typeface="Cambria Math" panose="02040503050406030204" charset="0"/>
                          <a:cs typeface="Cambria Math" panose="02040503050406030204" charset="0"/>
                        </a:rPr>
                        <m:t>𝒅</m:t>
                      </m:r>
                      <m:r>
                        <a:rPr lang="en-US" altLang="zh-CN" i="1">
                          <a:solidFill>
                            <a:schemeClr val="accent1"/>
                          </a:solidFill>
                          <a:effectLst>
                            <a:outerShdw blurRad="38100" dist="25400" dir="5400000" algn="ctr" rotWithShape="0">
                              <a:srgbClr val="6E747A">
                                <a:alpha val="43000"/>
                              </a:srgbClr>
                            </a:outerShdw>
                          </a:effectLst>
                          <a:latin typeface="Cambria Math" panose="02040503050406030204" charset="0"/>
                          <a:cs typeface="Cambria Math" panose="02040503050406030204" charset="0"/>
                        </a:rPr>
                        <m:t>)=</m:t>
                      </m:r>
                      <m:sSup>
                        <m:sSupPr>
                          <m:ctrlPr>
                            <a:rPr lang="en-US" altLang="zh-CN" i="1">
                              <a:solidFill>
                                <a:schemeClr val="accent1"/>
                              </a:solidFill>
                              <a:effectLst>
                                <a:outerShdw blurRad="38100" dist="25400" dir="5400000" algn="ctr" rotWithShape="0">
                                  <a:srgbClr val="6E747A">
                                    <a:alpha val="43000"/>
                                  </a:srgbClr>
                                </a:outerShdw>
                              </a:effectLst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pPr>
                        <m:e>
                          <m:r>
                            <a:rPr lang="en-US" altLang="zh-CN" b="1" i="1">
                              <a:solidFill>
                                <a:schemeClr val="accent1"/>
                              </a:solidFill>
                              <a:effectLst>
                                <a:outerShdw blurRad="38100" dist="25400" dir="5400000" algn="ctr" rotWithShape="0">
                                  <a:srgbClr val="6E747A">
                                    <a:alpha val="43000"/>
                                  </a:srgbClr>
                                </a:outerShdw>
                              </a:effectLst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𝒅</m:t>
                          </m:r>
                        </m:e>
                        <m:sup>
                          <m:r>
                            <a:rPr lang="en-US" altLang="zh-CN" i="1">
                              <a:solidFill>
                                <a:schemeClr val="accent1"/>
                              </a:solidFill>
                              <a:effectLst>
                                <a:outerShdw blurRad="38100" dist="25400" dir="5400000" algn="ctr" rotWithShape="0">
                                  <a:srgbClr val="6E747A">
                                    <a:alpha val="43000"/>
                                  </a:srgbClr>
                                </a:outerShdw>
                              </a:effectLst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𝑇</m:t>
                          </m:r>
                        </m:sup>
                      </m:sSup>
                      <m:sSup>
                        <m:sSupPr>
                          <m:ctrlPr>
                            <a:rPr lang="en-US" altLang="zh-CN" i="1">
                              <a:solidFill>
                                <a:schemeClr val="accent1"/>
                              </a:solidFill>
                              <a:effectLst>
                                <a:outerShdw blurRad="38100" dist="25400" dir="5400000" algn="ctr" rotWithShape="0">
                                  <a:srgbClr val="6E747A">
                                    <a:alpha val="43000"/>
                                  </a:srgbClr>
                                </a:outerShdw>
                              </a:effectLst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solidFill>
                                <a:schemeClr val="accent1"/>
                              </a:solidFill>
                              <a:effectLst>
                                <a:outerShdw blurRad="38100" dist="25400" dir="5400000" algn="ctr" rotWithShape="0">
                                  <a:srgbClr val="6E747A">
                                    <a:alpha val="43000"/>
                                  </a:srgbClr>
                                </a:outerShdw>
                              </a:effectLst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𝑋</m:t>
                          </m:r>
                        </m:e>
                        <m:sup>
                          <m:r>
                            <a:rPr lang="en-US" altLang="zh-CN" i="1">
                              <a:solidFill>
                                <a:schemeClr val="accent1"/>
                              </a:solidFill>
                              <a:effectLst>
                                <a:outerShdw blurRad="38100" dist="25400" dir="5400000" algn="ctr" rotWithShape="0">
                                  <a:srgbClr val="6E747A">
                                    <a:alpha val="43000"/>
                                  </a:srgbClr>
                                </a:outerShdw>
                              </a:effectLst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𝑇</m:t>
                          </m:r>
                        </m:sup>
                      </m:sSup>
                      <m:r>
                        <a:rPr lang="en-US" altLang="zh-CN" i="1">
                          <a:solidFill>
                            <a:schemeClr val="accent1"/>
                          </a:solidFill>
                          <a:effectLst>
                            <a:outerShdw blurRad="38100" dist="25400" dir="5400000" algn="ctr" rotWithShape="0">
                              <a:srgbClr val="6E747A">
                                <a:alpha val="43000"/>
                              </a:srgbClr>
                            </a:outerShdw>
                          </a:effectLst>
                          <a:latin typeface="Cambria Math" panose="02040503050406030204" charset="0"/>
                          <a:cs typeface="Cambria Math" panose="02040503050406030204" charset="0"/>
                        </a:rPr>
                        <m:t>𝑋</m:t>
                      </m:r>
                      <m:r>
                        <a:rPr lang="en-US" altLang="zh-CN" b="1" i="1">
                          <a:solidFill>
                            <a:schemeClr val="accent1"/>
                          </a:solidFill>
                          <a:effectLst>
                            <a:outerShdw blurRad="38100" dist="25400" dir="5400000" algn="ctr" rotWithShape="0">
                              <a:srgbClr val="6E747A">
                                <a:alpha val="43000"/>
                              </a:srgbClr>
                            </a:outerShdw>
                          </a:effectLst>
                          <a:latin typeface="Cambria Math" panose="02040503050406030204" charset="0"/>
                          <a:cs typeface="Cambria Math" panose="02040503050406030204" charset="0"/>
                        </a:rPr>
                        <m:t>𝒅</m:t>
                      </m:r>
                      <m:r>
                        <a:rPr lang="en-US" altLang="zh-CN" i="1">
                          <a:solidFill>
                            <a:schemeClr val="accent1"/>
                          </a:solidFill>
                          <a:effectLst>
                            <a:outerShdw blurRad="38100" dist="25400" dir="5400000" algn="ctr" rotWithShape="0">
                              <a:srgbClr val="6E747A">
                                <a:alpha val="43000"/>
                              </a:srgbClr>
                            </a:outerShdw>
                          </a:effectLst>
                          <a:latin typeface="Cambria Math" panose="02040503050406030204" charset="0"/>
                          <a:cs typeface="Cambria Math" panose="02040503050406030204" charset="0"/>
                        </a:rPr>
                        <m:t>+</m:t>
                      </m:r>
                      <m:r>
                        <a:rPr lang="en-US" altLang="zh-CN" i="1">
                          <a:solidFill>
                            <a:schemeClr val="accent1"/>
                          </a:solidFill>
                          <a:effectLst>
                            <a:outerShdw blurRad="38100" dist="25400" dir="5400000" algn="ctr" rotWithShape="0">
                              <a:srgbClr val="6E747A">
                                <a:alpha val="43000"/>
                              </a:srgbClr>
                            </a:outerShdw>
                          </a:effectLst>
                          <a:latin typeface="Cambria Math" panose="02040503050406030204" charset="0"/>
                          <a:cs typeface="Cambria Math" panose="02040503050406030204" charset="0"/>
                        </a:rPr>
                        <m:t>𝜆</m:t>
                      </m:r>
                      <m:r>
                        <a:rPr lang="en-US" altLang="zh-CN" i="1">
                          <a:solidFill>
                            <a:schemeClr val="accent1"/>
                          </a:solidFill>
                          <a:effectLst>
                            <a:outerShdw blurRad="38100" dist="25400" dir="5400000" algn="ctr" rotWithShape="0">
                              <a:srgbClr val="6E747A">
                                <a:alpha val="43000"/>
                              </a:srgbClr>
                            </a:outerShdw>
                          </a:effectLst>
                          <a:latin typeface="Cambria Math" panose="02040503050406030204" charset="0"/>
                          <a:cs typeface="Cambria Math" panose="02040503050406030204" charset="0"/>
                        </a:rPr>
                        <m:t>(</m:t>
                      </m:r>
                      <m:r>
                        <a:rPr lang="en-US" altLang="zh-CN" i="1">
                          <a:solidFill>
                            <a:schemeClr val="accent1"/>
                          </a:solidFill>
                          <a:effectLst>
                            <a:outerShdw blurRad="38100" dist="25400" dir="5400000" algn="ctr" rotWithShape="0">
                              <a:srgbClr val="6E747A">
                                <a:alpha val="43000"/>
                              </a:srgbClr>
                            </a:outerShdw>
                          </a:effectLst>
                          <a:latin typeface="Cambria Math" panose="02040503050406030204" charset="0"/>
                          <a:cs typeface="Cambria Math" panose="02040503050406030204" charset="0"/>
                        </a:rPr>
                        <m:t>1</m:t>
                      </m:r>
                      <m:r>
                        <a:rPr lang="en-US" altLang="zh-CN" i="1">
                          <a:solidFill>
                            <a:schemeClr val="accent1"/>
                          </a:solidFill>
                          <a:effectLst>
                            <a:outerShdw blurRad="38100" dist="25400" dir="5400000" algn="ctr" rotWithShape="0">
                              <a:srgbClr val="6E747A">
                                <a:alpha val="43000"/>
                              </a:srgbClr>
                            </a:outerShdw>
                          </a:effectLst>
                          <a:latin typeface="Cambria Math" panose="02040503050406030204" charset="0"/>
                          <a:cs typeface="Cambria Math" panose="02040503050406030204" charset="0"/>
                        </a:rPr>
                        <m:t>−</m:t>
                      </m:r>
                      <m:sSup>
                        <m:sSupPr>
                          <m:ctrlPr>
                            <a:rPr lang="en-US" altLang="zh-CN" i="1">
                              <a:solidFill>
                                <a:schemeClr val="accent1"/>
                              </a:solidFill>
                              <a:effectLst>
                                <a:outerShdw blurRad="38100" dist="25400" dir="5400000" algn="ctr" rotWithShape="0">
                                  <a:srgbClr val="6E747A">
                                    <a:alpha val="43000"/>
                                  </a:srgbClr>
                                </a:outerShdw>
                              </a:effectLst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pPr>
                        <m:e>
                          <m:r>
                            <a:rPr lang="en-US" altLang="zh-CN" b="1" i="1">
                              <a:solidFill>
                                <a:schemeClr val="accent1"/>
                              </a:solidFill>
                              <a:effectLst>
                                <a:outerShdw blurRad="38100" dist="25400" dir="5400000" algn="ctr" rotWithShape="0">
                                  <a:srgbClr val="6E747A">
                                    <a:alpha val="43000"/>
                                  </a:srgbClr>
                                </a:outerShdw>
                              </a:effectLst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𝒅</m:t>
                          </m:r>
                        </m:e>
                        <m:sup>
                          <m:r>
                            <a:rPr lang="en-US" altLang="zh-CN" i="1">
                              <a:solidFill>
                                <a:schemeClr val="accent1"/>
                              </a:solidFill>
                              <a:effectLst>
                                <a:outerShdw blurRad="38100" dist="25400" dir="5400000" algn="ctr" rotWithShape="0">
                                  <a:srgbClr val="6E747A">
                                    <a:alpha val="43000"/>
                                  </a:srgbClr>
                                </a:outerShdw>
                              </a:effectLst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𝑇</m:t>
                          </m:r>
                        </m:sup>
                      </m:sSup>
                      <m:r>
                        <a:rPr lang="en-US" altLang="zh-CN" b="1" i="1">
                          <a:solidFill>
                            <a:schemeClr val="accent1"/>
                          </a:solidFill>
                          <a:effectLst>
                            <a:outerShdw blurRad="38100" dist="25400" dir="5400000" algn="ctr" rotWithShape="0">
                              <a:srgbClr val="6E747A">
                                <a:alpha val="43000"/>
                              </a:srgbClr>
                            </a:outerShdw>
                          </a:effectLst>
                          <a:latin typeface="Cambria Math" panose="02040503050406030204" charset="0"/>
                          <a:cs typeface="Cambria Math" panose="02040503050406030204" charset="0"/>
                        </a:rPr>
                        <m:t>𝒅</m:t>
                      </m:r>
                      <m:r>
                        <a:rPr lang="en-US" altLang="zh-CN" i="1">
                          <a:solidFill>
                            <a:schemeClr val="accent1"/>
                          </a:solidFill>
                          <a:effectLst>
                            <a:outerShdw blurRad="38100" dist="25400" dir="5400000" algn="ctr" rotWithShape="0">
                              <a:srgbClr val="6E747A">
                                <a:alpha val="43000"/>
                              </a:srgbClr>
                            </a:outerShdw>
                          </a:effectLst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)</m:t>
                      </m:r>
                    </m:oMath>
                  </m:oMathPara>
                </a14:m>
                <a:endParaRPr lang="en-US" altLang="zh-CN" i="1"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  <a:latin typeface="Cambria Math" panose="02040503050406030204" charset="0"/>
                  <a:ea typeface="MS Mincho" charset="0"/>
                  <a:cs typeface="Cambria Math" panose="02040503050406030204" charset="0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i="1">
                              <a:solidFill>
                                <a:schemeClr val="accent1"/>
                              </a:solidFill>
                              <a:effectLst>
                                <a:outerShdw blurRad="38100" dist="25400" dir="5400000" algn="ctr" rotWithShape="0">
                                  <a:srgbClr val="6E747A">
                                    <a:alpha val="43000"/>
                                  </a:srgbClr>
                                </a:outerShdw>
                              </a:effectLst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solidFill>
                                <a:schemeClr val="accent1"/>
                              </a:solidFill>
                              <a:effectLst>
                                <a:outerShdw blurRad="38100" dist="25400" dir="5400000" algn="ctr" rotWithShape="0">
                                  <a:srgbClr val="6E747A">
                                    <a:alpha val="43000"/>
                                  </a:srgbClr>
                                </a:outerShdw>
                              </a:effectLst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𝜕</m:t>
                          </m:r>
                          <m:r>
                            <a:rPr lang="en-US" altLang="zh-CN" i="1">
                              <a:solidFill>
                                <a:schemeClr val="accent1"/>
                              </a:solidFill>
                              <a:effectLst>
                                <a:outerShdw blurRad="38100" dist="25400" dir="5400000" algn="ctr" rotWithShape="0">
                                  <a:srgbClr val="6E747A">
                                    <a:alpha val="43000"/>
                                  </a:srgbClr>
                                </a:outerShdw>
                              </a:effectLst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𝐿</m:t>
                          </m:r>
                        </m:num>
                        <m:den>
                          <m:r>
                            <a:rPr lang="en-US" altLang="zh-CN" i="1">
                              <a:solidFill>
                                <a:schemeClr val="accent1"/>
                              </a:solidFill>
                              <a:effectLst>
                                <a:outerShdw blurRad="38100" dist="25400" dir="5400000" algn="ctr" rotWithShape="0">
                                  <a:srgbClr val="6E747A">
                                    <a:alpha val="43000"/>
                                  </a:srgbClr>
                                </a:outerShdw>
                              </a:effectLst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𝜕</m:t>
                          </m:r>
                          <m:r>
                            <a:rPr lang="en-US" altLang="zh-CN" b="1" i="1">
                              <a:solidFill>
                                <a:schemeClr val="accent1"/>
                              </a:solidFill>
                              <a:effectLst>
                                <a:outerShdw blurRad="38100" dist="25400" dir="5400000" algn="ctr" rotWithShape="0">
                                  <a:srgbClr val="6E747A">
                                    <a:alpha val="43000"/>
                                  </a:srgbClr>
                                </a:outerShdw>
                              </a:effectLst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𝒅</m:t>
                          </m:r>
                        </m:den>
                      </m:f>
                      <m:r>
                        <a:rPr lang="en-US" altLang="zh-CN" i="1">
                          <a:solidFill>
                            <a:schemeClr val="accent1"/>
                          </a:solidFill>
                          <a:effectLst>
                            <a:outerShdw blurRad="38100" dist="25400" dir="5400000" algn="ctr" rotWithShape="0">
                              <a:srgbClr val="6E747A">
                                <a:alpha val="43000"/>
                              </a:srgbClr>
                            </a:outerShdw>
                          </a:effectLst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=</m:t>
                      </m:r>
                      <m:r>
                        <a:rPr lang="en-US" altLang="zh-CN" i="1">
                          <a:solidFill>
                            <a:schemeClr val="accent1"/>
                          </a:solidFill>
                          <a:effectLst>
                            <a:outerShdw blurRad="38100" dist="25400" dir="5400000" algn="ctr" rotWithShape="0">
                              <a:srgbClr val="6E747A">
                                <a:alpha val="43000"/>
                              </a:srgbClr>
                            </a:outerShdw>
                          </a:effectLst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2</m:t>
                      </m:r>
                      <m:r>
                        <a:rPr lang="en-US" altLang="zh-CN" i="1">
                          <a:solidFill>
                            <a:schemeClr val="accent1"/>
                          </a:solidFill>
                          <a:effectLst>
                            <a:outerShdw blurRad="38100" dist="25400" dir="5400000" algn="ctr" rotWithShape="0">
                              <a:srgbClr val="6E747A">
                                <a:alpha val="43000"/>
                              </a:srgbClr>
                            </a:outerShdw>
                          </a:effectLst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(</m:t>
                      </m:r>
                      <m:sSup>
                        <m:sSupPr>
                          <m:ctrlPr>
                            <a:rPr lang="en-US" altLang="zh-CN" i="1">
                              <a:solidFill>
                                <a:schemeClr val="accent1"/>
                              </a:solidFill>
                              <a:effectLst>
                                <a:outerShdw blurRad="38100" dist="25400" dir="5400000" algn="ctr" rotWithShape="0">
                                  <a:srgbClr val="6E747A">
                                    <a:alpha val="43000"/>
                                  </a:srgbClr>
                                </a:outerShdw>
                              </a:effectLst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solidFill>
                                <a:schemeClr val="accent1"/>
                              </a:solidFill>
                              <a:effectLst>
                                <a:outerShdw blurRad="38100" dist="25400" dir="5400000" algn="ctr" rotWithShape="0">
                                  <a:srgbClr val="6E747A">
                                    <a:alpha val="43000"/>
                                  </a:srgbClr>
                                </a:outerShdw>
                              </a:effectLst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𝑋</m:t>
                          </m:r>
                        </m:e>
                        <m:sup>
                          <m:r>
                            <a:rPr lang="en-US" altLang="zh-CN" i="1">
                              <a:solidFill>
                                <a:schemeClr val="accent1"/>
                              </a:solidFill>
                              <a:effectLst>
                                <a:outerShdw blurRad="38100" dist="25400" dir="5400000" algn="ctr" rotWithShape="0">
                                  <a:srgbClr val="6E747A">
                                    <a:alpha val="43000"/>
                                  </a:srgbClr>
                                </a:outerShdw>
                              </a:effectLst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𝑇</m:t>
                          </m:r>
                        </m:sup>
                      </m:sSup>
                      <m:r>
                        <a:rPr lang="en-US" altLang="zh-CN" i="1">
                          <a:solidFill>
                            <a:schemeClr val="accent1"/>
                          </a:solidFill>
                          <a:effectLst>
                            <a:outerShdw blurRad="38100" dist="25400" dir="5400000" algn="ctr" rotWithShape="0">
                              <a:srgbClr val="6E747A">
                                <a:alpha val="43000"/>
                              </a:srgbClr>
                            </a:outerShdw>
                          </a:effectLst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𝑋</m:t>
                      </m:r>
                      <m:r>
                        <a:rPr lang="en-US" altLang="zh-CN" b="1" i="1">
                          <a:solidFill>
                            <a:schemeClr val="accent1"/>
                          </a:solidFill>
                          <a:effectLst>
                            <a:outerShdw blurRad="38100" dist="25400" dir="5400000" algn="ctr" rotWithShape="0">
                              <a:srgbClr val="6E747A">
                                <a:alpha val="43000"/>
                              </a:srgbClr>
                            </a:outerShdw>
                          </a:effectLst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𝒖</m:t>
                      </m:r>
                      <m:r>
                        <a:rPr lang="en-US" altLang="zh-CN" i="1">
                          <a:solidFill>
                            <a:schemeClr val="accent1"/>
                          </a:solidFill>
                          <a:effectLst>
                            <a:outerShdw blurRad="38100" dist="25400" dir="5400000" algn="ctr" rotWithShape="0">
                              <a:srgbClr val="6E747A">
                                <a:alpha val="43000"/>
                              </a:srgbClr>
                            </a:outerShdw>
                          </a:effectLst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−</m:t>
                      </m:r>
                      <m:r>
                        <a:rPr lang="en-US" altLang="zh-CN" i="1">
                          <a:solidFill>
                            <a:schemeClr val="accent1"/>
                          </a:solidFill>
                          <a:effectLst>
                            <a:outerShdw blurRad="38100" dist="25400" dir="5400000" algn="ctr" rotWithShape="0">
                              <a:srgbClr val="6E747A">
                                <a:alpha val="43000"/>
                              </a:srgbClr>
                            </a:outerShdw>
                          </a:effectLst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𝜆</m:t>
                      </m:r>
                      <m:r>
                        <a:rPr lang="en-US" altLang="zh-CN" b="1" i="1">
                          <a:solidFill>
                            <a:schemeClr val="accent1"/>
                          </a:solidFill>
                          <a:effectLst>
                            <a:outerShdw blurRad="38100" dist="25400" dir="5400000" algn="ctr" rotWithShape="0">
                              <a:srgbClr val="6E747A">
                                <a:alpha val="43000"/>
                              </a:srgbClr>
                            </a:outerShdw>
                          </a:effectLst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𝒖</m:t>
                      </m:r>
                      <m:r>
                        <a:rPr lang="en-US" altLang="zh-CN" i="1">
                          <a:solidFill>
                            <a:schemeClr val="accent1"/>
                          </a:solidFill>
                          <a:effectLst>
                            <a:outerShdw blurRad="38100" dist="25400" dir="5400000" algn="ctr" rotWithShape="0">
                              <a:srgbClr val="6E747A">
                                <a:alpha val="43000"/>
                              </a:srgbClr>
                            </a:outerShdw>
                          </a:effectLst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)</m:t>
                      </m:r>
                    </m:oMath>
                  </m:oMathPara>
                </a14:m>
                <a:endParaRPr lang="en-US" altLang="zh-CN" i="1"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  <a:latin typeface="Cambria Math" panose="02040503050406030204" charset="0"/>
                  <a:ea typeface="MS Mincho" charset="0"/>
                  <a:cs typeface="Cambria Math" panose="02040503050406030204" charset="0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solidFill>
                            <a:schemeClr val="accent1"/>
                          </a:solidFill>
                          <a:effectLst>
                            <a:outerShdw blurRad="38100" dist="25400" dir="5400000" algn="ctr" rotWithShape="0">
                              <a:srgbClr val="6E747A">
                                <a:alpha val="43000"/>
                              </a:srgbClr>
                            </a:outerShdw>
                          </a:effectLst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𝐻𝑒𝑠𝑠𝑖𝑎𝑛</m:t>
                      </m:r>
                      <m:r>
                        <a:rPr lang="en-US" altLang="zh-CN" i="1">
                          <a:solidFill>
                            <a:schemeClr val="accent1"/>
                          </a:solidFill>
                          <a:effectLst>
                            <a:outerShdw blurRad="38100" dist="25400" dir="5400000" algn="ctr" rotWithShape="0">
                              <a:srgbClr val="6E747A">
                                <a:alpha val="43000"/>
                              </a:srgbClr>
                            </a:outerShdw>
                          </a:effectLst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(</m:t>
                      </m:r>
                      <m:r>
                        <a:rPr lang="en-US" altLang="zh-CN" i="1">
                          <a:solidFill>
                            <a:schemeClr val="accent1"/>
                          </a:solidFill>
                          <a:effectLst>
                            <a:outerShdw blurRad="38100" dist="25400" dir="5400000" algn="ctr" rotWithShape="0">
                              <a:srgbClr val="6E747A">
                                <a:alpha val="43000"/>
                              </a:srgbClr>
                            </a:outerShdw>
                          </a:effectLst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𝐿</m:t>
                      </m:r>
                      <m:r>
                        <a:rPr lang="en-US" altLang="zh-CN" i="1">
                          <a:solidFill>
                            <a:schemeClr val="accent1"/>
                          </a:solidFill>
                          <a:effectLst>
                            <a:outerShdw blurRad="38100" dist="25400" dir="5400000" algn="ctr" rotWithShape="0">
                              <a:srgbClr val="6E747A">
                                <a:alpha val="43000"/>
                              </a:srgbClr>
                            </a:outerShdw>
                          </a:effectLst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)=</m:t>
                      </m:r>
                      <m:r>
                        <a:rPr lang="en-US" altLang="zh-CN" i="1">
                          <a:solidFill>
                            <a:schemeClr val="accent1"/>
                          </a:solidFill>
                          <a:effectLst>
                            <a:outerShdw blurRad="38100" dist="25400" dir="5400000" algn="ctr" rotWithShape="0">
                              <a:srgbClr val="6E747A">
                                <a:alpha val="43000"/>
                              </a:srgbClr>
                            </a:outerShdw>
                          </a:effectLst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2</m:t>
                      </m:r>
                      <m:r>
                        <a:rPr lang="en-US" altLang="zh-CN" i="1">
                          <a:solidFill>
                            <a:schemeClr val="accent1"/>
                          </a:solidFill>
                          <a:effectLst>
                            <a:outerShdw blurRad="38100" dist="25400" dir="5400000" algn="ctr" rotWithShape="0">
                              <a:srgbClr val="6E747A">
                                <a:alpha val="43000"/>
                              </a:srgbClr>
                            </a:outerShdw>
                          </a:effectLst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(</m:t>
                      </m:r>
                      <m:sSup>
                        <m:sSupPr>
                          <m:ctrlPr>
                            <a:rPr lang="en-US" altLang="zh-CN" i="1">
                              <a:solidFill>
                                <a:schemeClr val="accent1"/>
                              </a:solidFill>
                              <a:effectLst>
                                <a:outerShdw blurRad="38100" dist="25400" dir="5400000" algn="ctr" rotWithShape="0">
                                  <a:srgbClr val="6E747A">
                                    <a:alpha val="43000"/>
                                  </a:srgbClr>
                                </a:outerShdw>
                              </a:effectLst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solidFill>
                                <a:schemeClr val="accent1"/>
                              </a:solidFill>
                              <a:effectLst>
                                <a:outerShdw blurRad="38100" dist="25400" dir="5400000" algn="ctr" rotWithShape="0">
                                  <a:srgbClr val="6E747A">
                                    <a:alpha val="43000"/>
                                  </a:srgbClr>
                                </a:outerShdw>
                              </a:effectLst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𝑋</m:t>
                          </m:r>
                        </m:e>
                        <m:sup>
                          <m:r>
                            <a:rPr lang="en-US" altLang="zh-CN" i="1">
                              <a:solidFill>
                                <a:schemeClr val="accent1"/>
                              </a:solidFill>
                              <a:effectLst>
                                <a:outerShdw blurRad="38100" dist="25400" dir="5400000" algn="ctr" rotWithShape="0">
                                  <a:srgbClr val="6E747A">
                                    <a:alpha val="43000"/>
                                  </a:srgbClr>
                                </a:outerShdw>
                              </a:effectLst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𝑇</m:t>
                          </m:r>
                        </m:sup>
                      </m:sSup>
                      <m:r>
                        <a:rPr lang="en-US" altLang="zh-CN" i="1">
                          <a:solidFill>
                            <a:schemeClr val="accent1"/>
                          </a:solidFill>
                          <a:effectLst>
                            <a:outerShdw blurRad="38100" dist="25400" dir="5400000" algn="ctr" rotWithShape="0">
                              <a:srgbClr val="6E747A">
                                <a:alpha val="43000"/>
                              </a:srgbClr>
                            </a:outerShdw>
                          </a:effectLst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𝑋</m:t>
                      </m:r>
                      <m:r>
                        <a:rPr lang="en-US" altLang="zh-CN" i="1">
                          <a:solidFill>
                            <a:schemeClr val="accent1"/>
                          </a:solidFill>
                          <a:effectLst>
                            <a:outerShdw blurRad="38100" dist="25400" dir="5400000" algn="ctr" rotWithShape="0">
                              <a:srgbClr val="6E747A">
                                <a:alpha val="43000"/>
                              </a:srgbClr>
                            </a:outerShdw>
                          </a:effectLst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−</m:t>
                      </m:r>
                      <m:r>
                        <a:rPr lang="en-US" altLang="zh-CN" i="1">
                          <a:solidFill>
                            <a:schemeClr val="accent1"/>
                          </a:solidFill>
                          <a:effectLst>
                            <a:outerShdw blurRad="38100" dist="25400" dir="5400000" algn="ctr" rotWithShape="0">
                              <a:srgbClr val="6E747A">
                                <a:alpha val="43000"/>
                              </a:srgbClr>
                            </a:outerShdw>
                          </a:effectLst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𝜆</m:t>
                      </m:r>
                      <m:r>
                        <a:rPr lang="en-US" altLang="zh-CN" i="1">
                          <a:solidFill>
                            <a:schemeClr val="accent1"/>
                          </a:solidFill>
                          <a:effectLst>
                            <a:outerShdw blurRad="38100" dist="25400" dir="5400000" algn="ctr" rotWithShape="0">
                              <a:srgbClr val="6E747A">
                                <a:alpha val="43000"/>
                              </a:srgbClr>
                            </a:outerShdw>
                          </a:effectLst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𝐼</m:t>
                      </m:r>
                      <m:r>
                        <a:rPr lang="en-US" altLang="zh-CN" i="1">
                          <a:solidFill>
                            <a:schemeClr val="accent1"/>
                          </a:solidFill>
                          <a:effectLst>
                            <a:outerShdw blurRad="38100" dist="25400" dir="5400000" algn="ctr" rotWithShape="0">
                              <a:srgbClr val="6E747A">
                                <a:alpha val="43000"/>
                              </a:srgbClr>
                            </a:outerShdw>
                          </a:effectLst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)</m:t>
                      </m:r>
                    </m:oMath>
                  </m:oMathPara>
                </a14:m>
                <a:endParaRPr lang="en-US" altLang="zh-CN" i="1"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  <a:latin typeface="Cambria Math" panose="02040503050406030204" charset="0"/>
                  <a:ea typeface="MS Mincho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16" name="文本框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825" y="5323840"/>
                <a:ext cx="4882515" cy="1151890"/>
              </a:xfrm>
              <a:prstGeom prst="rect">
                <a:avLst/>
              </a:prstGeom>
              <a:blipFill rotWithShape="1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文本框 16"/>
              <p:cNvSpPr txBox="1"/>
              <p:nvPr/>
            </p:nvSpPr>
            <p:spPr>
              <a:xfrm>
                <a:off x="6042660" y="231775"/>
                <a:ext cx="4733925" cy="612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i="1">
                              <a:solidFill>
                                <a:schemeClr val="accent1"/>
                              </a:solidFill>
                              <a:effectLst>
                                <a:outerShdw blurRad="38100" dist="25400" dir="5400000" algn="ctr" rotWithShape="0">
                                  <a:srgbClr val="6E747A">
                                    <a:alpha val="43000"/>
                                  </a:srgbClr>
                                </a:outerShdw>
                              </a:effectLst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solidFill>
                                <a:schemeClr val="accent1"/>
                              </a:solidFill>
                              <a:effectLst>
                                <a:outerShdw blurRad="38100" dist="25400" dir="5400000" algn="ctr" rotWithShape="0">
                                  <a:srgbClr val="6E747A">
                                    <a:alpha val="43000"/>
                                  </a:srgbClr>
                                </a:outerShdw>
                              </a:effectLst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𝜕</m:t>
                          </m:r>
                          <m:r>
                            <a:rPr lang="en-US" altLang="zh-CN" i="1">
                              <a:solidFill>
                                <a:schemeClr val="accent1"/>
                              </a:solidFill>
                              <a:effectLst>
                                <a:outerShdw blurRad="38100" dist="25400" dir="5400000" algn="ctr" rotWithShape="0">
                                  <a:srgbClr val="6E747A">
                                    <a:alpha val="43000"/>
                                  </a:srgbClr>
                                </a:outerShdw>
                              </a:effectLst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𝐿</m:t>
                          </m:r>
                        </m:num>
                        <m:den>
                          <m:r>
                            <a:rPr lang="en-US" altLang="zh-CN" i="1">
                              <a:solidFill>
                                <a:schemeClr val="accent1"/>
                              </a:solidFill>
                              <a:effectLst>
                                <a:outerShdw blurRad="38100" dist="25400" dir="5400000" algn="ctr" rotWithShape="0">
                                  <a:srgbClr val="6E747A">
                                    <a:alpha val="43000"/>
                                  </a:srgbClr>
                                </a:outerShdw>
                              </a:effectLst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𝜕</m:t>
                          </m:r>
                          <m:r>
                            <a:rPr lang="en-US" altLang="zh-CN" b="1" i="1">
                              <a:solidFill>
                                <a:schemeClr val="accent1"/>
                              </a:solidFill>
                              <a:effectLst>
                                <a:outerShdw blurRad="38100" dist="25400" dir="5400000" algn="ctr" rotWithShape="0">
                                  <a:srgbClr val="6E747A">
                                    <a:alpha val="43000"/>
                                  </a:srgbClr>
                                </a:outerShdw>
                              </a:effectLst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𝒅</m:t>
                          </m:r>
                        </m:den>
                      </m:f>
                      <m:r>
                        <a:rPr lang="en-US" altLang="zh-CN" i="1">
                          <a:solidFill>
                            <a:schemeClr val="accent1"/>
                          </a:solidFill>
                          <a:effectLst>
                            <a:outerShdw blurRad="38100" dist="25400" dir="5400000" algn="ctr" rotWithShape="0">
                              <a:srgbClr val="6E747A">
                                <a:alpha val="43000"/>
                              </a:srgbClr>
                            </a:outerShdw>
                          </a:effectLst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=</m:t>
                      </m:r>
                      <m:r>
                        <a:rPr lang="en-US" altLang="zh-CN" i="1">
                          <a:solidFill>
                            <a:schemeClr val="accent1"/>
                          </a:solidFill>
                          <a:effectLst>
                            <a:outerShdw blurRad="38100" dist="25400" dir="5400000" algn="ctr" rotWithShape="0">
                              <a:srgbClr val="6E747A">
                                <a:alpha val="43000"/>
                              </a:srgbClr>
                            </a:outerShdw>
                          </a:effectLst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0</m:t>
                      </m:r>
                      <m:r>
                        <a:rPr lang="en-US" altLang="zh-CN" i="1">
                          <a:solidFill>
                            <a:schemeClr val="accent1"/>
                          </a:solidFill>
                          <a:effectLst>
                            <a:outerShdw blurRad="38100" dist="25400" dir="5400000" algn="ctr" rotWithShape="0">
                              <a:srgbClr val="6E747A">
                                <a:alpha val="43000"/>
                              </a:srgbClr>
                            </a:outerShdw>
                          </a:effectLst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 </m:t>
                      </m:r>
                      <m:box>
                        <m:boxPr>
                          <m:noBreak m:val="on"/>
                          <m:ctrlPr>
                            <a:rPr lang="en-US" altLang="zh-CN" i="1">
                              <a:solidFill>
                                <a:schemeClr val="accent1"/>
                              </a:solidFill>
                              <a:effectLst>
                                <a:outerShdw blurRad="38100" dist="25400" dir="5400000" algn="ctr" rotWithShape="0">
                                  <a:srgbClr val="6E747A">
                                    <a:alpha val="43000"/>
                                  </a:srgbClr>
                                </a:outerShdw>
                              </a:effectLst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</m:ctrlPr>
                        </m:boxPr>
                        <m:e>
                          <m:groupChr>
                            <m:groupChrPr>
                              <m:chr m:val="⇒"/>
                              <m:vertJc m:val="bot"/>
                              <m:ctrlPr>
                                <a:rPr lang="en-US" altLang="zh-CN" i="1">
                                  <a:solidFill>
                                    <a:schemeClr val="accent1"/>
                                  </a:solidFill>
                                  <a:effectLst>
                                    <a:outerShdw blurRad="38100" dist="25400" dir="5400000" algn="ctr" rotWithShape="0">
                                      <a:srgbClr val="6E747A">
                                        <a:alpha val="43000"/>
                                      </a:srgbClr>
                                    </a:outerShdw>
                                  </a:effectLst>
                                  <a:latin typeface="Cambria Math" panose="02040503050406030204" charset="0"/>
                                  <a:ea typeface="MS Mincho" charset="0"/>
                                  <a:cs typeface="Cambria Math" panose="02040503050406030204" charset="0"/>
                                </a:rPr>
                              </m:ctrlPr>
                            </m:groupChrPr>
                            <m:e>
                              <m:r>
                                <a:rPr lang="en-US" altLang="zh-CN" i="1">
                                  <a:solidFill>
                                    <a:schemeClr val="accent1"/>
                                  </a:solidFill>
                                  <a:effectLst>
                                    <a:outerShdw blurRad="38100" dist="25400" dir="5400000" algn="ctr" rotWithShape="0">
                                      <a:srgbClr val="6E747A">
                                        <a:alpha val="43000"/>
                                      </a:srgbClr>
                                    </a:outerShdw>
                                  </a:effectLst>
                                  <a:latin typeface="Cambria Math" panose="02040503050406030204" charset="0"/>
                                  <a:ea typeface="MS Mincho" charset="0"/>
                                  <a:cs typeface="Cambria Math" panose="02040503050406030204" charset="0"/>
                                </a:rPr>
                                <m:t> </m:t>
                              </m:r>
                            </m:e>
                          </m:groupChr>
                        </m:e>
                      </m:box>
                      <m:r>
                        <a:rPr lang="en-US" altLang="zh-CN" i="1">
                          <a:solidFill>
                            <a:schemeClr val="accent1"/>
                          </a:solidFill>
                          <a:effectLst>
                            <a:outerShdw blurRad="38100" dist="25400" dir="5400000" algn="ctr" rotWithShape="0">
                              <a:srgbClr val="6E747A">
                                <a:alpha val="43000"/>
                              </a:srgbClr>
                            </a:outerShdw>
                          </a:effectLst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 </m:t>
                      </m:r>
                      <m:r>
                        <a:rPr lang="en-US" altLang="zh-CN" i="1">
                          <a:solidFill>
                            <a:schemeClr val="accent1"/>
                          </a:solidFill>
                          <a:effectLst>
                            <a:outerShdw blurRad="38100" dist="25400" dir="5400000" algn="ctr" rotWithShape="0">
                              <a:srgbClr val="6E747A">
                                <a:alpha val="43000"/>
                              </a:srgbClr>
                            </a:outerShdw>
                          </a:effectLst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𝜆</m:t>
                      </m:r>
                      <m:r>
                        <a:rPr lang="en-US" altLang="zh-CN" i="1">
                          <a:solidFill>
                            <a:schemeClr val="accent1"/>
                          </a:solidFill>
                          <a:effectLst>
                            <a:outerShdw blurRad="38100" dist="25400" dir="5400000" algn="ctr" rotWithShape="0">
                              <a:srgbClr val="6E747A">
                                <a:alpha val="43000"/>
                              </a:srgbClr>
                            </a:outerShdw>
                          </a:effectLst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 </m:t>
                      </m:r>
                      <m:r>
                        <a:rPr lang="en-US" altLang="zh-CN" i="1">
                          <a:solidFill>
                            <a:schemeClr val="accent1"/>
                          </a:solidFill>
                          <a:effectLst>
                            <a:outerShdw blurRad="38100" dist="25400" dir="5400000" algn="ctr" rotWithShape="0">
                              <a:srgbClr val="6E747A">
                                <a:alpha val="43000"/>
                              </a:srgbClr>
                            </a:outerShdw>
                          </a:effectLst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𝑖𝑠</m:t>
                      </m:r>
                      <m:r>
                        <a:rPr lang="en-US" altLang="zh-CN" i="1">
                          <a:solidFill>
                            <a:schemeClr val="accent1"/>
                          </a:solidFill>
                          <a:effectLst>
                            <a:outerShdw blurRad="38100" dist="25400" dir="5400000" algn="ctr" rotWithShape="0">
                              <a:srgbClr val="6E747A">
                                <a:alpha val="43000"/>
                              </a:srgbClr>
                            </a:outerShdw>
                          </a:effectLst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 </m:t>
                      </m:r>
                      <m:r>
                        <a:rPr lang="en-US" altLang="zh-CN" i="1">
                          <a:solidFill>
                            <a:schemeClr val="accent1"/>
                          </a:solidFill>
                          <a:effectLst>
                            <a:outerShdw blurRad="38100" dist="25400" dir="5400000" algn="ctr" rotWithShape="0">
                              <a:srgbClr val="6E747A">
                                <a:alpha val="43000"/>
                              </a:srgbClr>
                            </a:outerShdw>
                          </a:effectLst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𝑡ℎ𝑒</m:t>
                      </m:r>
                      <m:r>
                        <a:rPr lang="en-US" altLang="zh-CN" i="1">
                          <a:solidFill>
                            <a:schemeClr val="accent1"/>
                          </a:solidFill>
                          <a:effectLst>
                            <a:outerShdw blurRad="38100" dist="25400" dir="5400000" algn="ctr" rotWithShape="0">
                              <a:srgbClr val="6E747A">
                                <a:alpha val="43000"/>
                              </a:srgbClr>
                            </a:outerShdw>
                          </a:effectLst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 </m:t>
                      </m:r>
                      <m:r>
                        <a:rPr lang="en-US" altLang="zh-CN" i="1">
                          <a:solidFill>
                            <a:schemeClr val="accent1"/>
                          </a:solidFill>
                          <a:effectLst>
                            <a:outerShdw blurRad="38100" dist="25400" dir="5400000" algn="ctr" rotWithShape="0">
                              <a:srgbClr val="6E747A">
                                <a:alpha val="43000"/>
                              </a:srgbClr>
                            </a:outerShdw>
                          </a:effectLst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𝑒𝑖𝑔𝑒𝑛𝑣𝑎𝑙𝑢𝑒</m:t>
                      </m:r>
                      <m:r>
                        <a:rPr lang="en-US" altLang="zh-CN" i="1">
                          <a:solidFill>
                            <a:schemeClr val="accent1"/>
                          </a:solidFill>
                          <a:effectLst>
                            <a:outerShdw blurRad="38100" dist="25400" dir="5400000" algn="ctr" rotWithShape="0">
                              <a:srgbClr val="6E747A">
                                <a:alpha val="43000"/>
                              </a:srgbClr>
                            </a:outerShdw>
                          </a:effectLst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 </m:t>
                      </m:r>
                      <m:r>
                        <a:rPr lang="en-US" altLang="zh-CN" i="1">
                          <a:solidFill>
                            <a:schemeClr val="accent1"/>
                          </a:solidFill>
                          <a:effectLst>
                            <a:outerShdw blurRad="38100" dist="25400" dir="5400000" algn="ctr" rotWithShape="0">
                              <a:srgbClr val="6E747A">
                                <a:alpha val="43000"/>
                              </a:srgbClr>
                            </a:outerShdw>
                          </a:effectLst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𝑜𝑓</m:t>
                      </m:r>
                      <m:r>
                        <a:rPr lang="en-US" altLang="zh-CN" i="1">
                          <a:solidFill>
                            <a:schemeClr val="accent1"/>
                          </a:solidFill>
                          <a:effectLst>
                            <a:outerShdw blurRad="38100" dist="25400" dir="5400000" algn="ctr" rotWithShape="0">
                              <a:srgbClr val="6E747A">
                                <a:alpha val="43000"/>
                              </a:srgbClr>
                            </a:outerShdw>
                          </a:effectLst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 </m:t>
                      </m:r>
                      <m:sSup>
                        <m:sSupPr>
                          <m:ctrlPr>
                            <a:rPr lang="en-US" altLang="zh-CN" i="1">
                              <a:solidFill>
                                <a:schemeClr val="accent1"/>
                              </a:solidFill>
                              <a:effectLst>
                                <a:outerShdw blurRad="38100" dist="25400" dir="5400000" algn="ctr" rotWithShape="0">
                                  <a:srgbClr val="6E747A">
                                    <a:alpha val="43000"/>
                                  </a:srgbClr>
                                </a:outerShdw>
                              </a:effectLst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solidFill>
                                <a:schemeClr val="accent1"/>
                              </a:solidFill>
                              <a:effectLst>
                                <a:outerShdw blurRad="38100" dist="25400" dir="5400000" algn="ctr" rotWithShape="0">
                                  <a:srgbClr val="6E747A">
                                    <a:alpha val="43000"/>
                                  </a:srgbClr>
                                </a:outerShdw>
                              </a:effectLst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𝑋</m:t>
                          </m:r>
                        </m:e>
                        <m:sup>
                          <m:r>
                            <a:rPr lang="en-US" altLang="zh-CN" i="1">
                              <a:solidFill>
                                <a:schemeClr val="accent1"/>
                              </a:solidFill>
                              <a:effectLst>
                                <a:outerShdw blurRad="38100" dist="25400" dir="5400000" algn="ctr" rotWithShape="0">
                                  <a:srgbClr val="6E747A">
                                    <a:alpha val="43000"/>
                                  </a:srgbClr>
                                </a:outerShdw>
                              </a:effectLst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𝑇</m:t>
                          </m:r>
                        </m:sup>
                      </m:sSup>
                      <m:r>
                        <a:rPr lang="en-US" altLang="zh-CN" i="1">
                          <a:solidFill>
                            <a:schemeClr val="accent1"/>
                          </a:solidFill>
                          <a:effectLst>
                            <a:outerShdw blurRad="38100" dist="25400" dir="5400000" algn="ctr" rotWithShape="0">
                              <a:srgbClr val="6E747A">
                                <a:alpha val="43000"/>
                              </a:srgbClr>
                            </a:outerShdw>
                          </a:effectLst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𝑋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17" name="文本框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42660" y="231775"/>
                <a:ext cx="4733925" cy="612775"/>
              </a:xfrm>
              <a:prstGeom prst="rect">
                <a:avLst/>
              </a:prstGeom>
              <a:blipFill rotWithShape="1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文本框 17"/>
          <p:cNvSpPr txBox="1"/>
          <p:nvPr/>
        </p:nvSpPr>
        <p:spPr>
          <a:xfrm>
            <a:off x="6121400" y="1191895"/>
            <a:ext cx="4874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gradFill>
                  <a:gsLst>
                    <a:gs pos="0">
                      <a:schemeClr val="bg1"/>
                    </a:gs>
                    <a:gs pos="42000">
                      <a:srgbClr val="6ACCF2"/>
                    </a:gs>
                    <a:gs pos="100000">
                      <a:srgbClr val="2497EA"/>
                    </a:gs>
                  </a:gsLst>
                  <a:lin ang="8100000" scaled="1"/>
                </a:gradFill>
              </a:rPr>
              <a:t>Therefore,We can use matrix diagonalization:</a:t>
            </a:r>
            <a:endParaRPr lang="en-US" altLang="zh-CN">
              <a:gradFill>
                <a:gsLst>
                  <a:gs pos="0">
                    <a:schemeClr val="bg1"/>
                  </a:gs>
                  <a:gs pos="42000">
                    <a:srgbClr val="6ACCF2"/>
                  </a:gs>
                  <a:gs pos="100000">
                    <a:srgbClr val="2497EA"/>
                  </a:gs>
                </a:gsLst>
                <a:lin ang="8100000" scaled="1"/>
              </a:gra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文本框 18"/>
              <p:cNvSpPr txBox="1"/>
              <p:nvPr/>
            </p:nvSpPr>
            <p:spPr>
              <a:xfrm>
                <a:off x="6121400" y="852170"/>
                <a:ext cx="4450715" cy="3797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>
                    <a:gradFill>
                      <a:gsLst>
                        <a:gs pos="0">
                          <a:schemeClr val="bg1"/>
                        </a:gs>
                        <a:gs pos="42000">
                          <a:srgbClr val="6ACCF2"/>
                        </a:gs>
                        <a:gs pos="100000">
                          <a:srgbClr val="2497EA"/>
                        </a:gs>
                      </a:gsLst>
                      <a:lin ang="8100000" scaled="1"/>
                    </a:gradFill>
                  </a:rPr>
                  <a:t>It’s easy to find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>
                            <a:gradFill>
                              <a:gsLst>
                                <a:gs pos="0">
                                  <a:schemeClr val="bg1"/>
                                </a:gs>
                                <a:gs pos="42000">
                                  <a:srgbClr val="6ACCF2"/>
                                </a:gs>
                                <a:gs pos="100000">
                                  <a:srgbClr val="2497EA"/>
                                </a:gs>
                              </a:gsLst>
                              <a:lin ang="8100000" scaled="1"/>
                            </a:gradFill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pPr>
                      <m:e>
                        <m:r>
                          <a:rPr lang="en-US" altLang="zh-CN" i="1">
                            <a:gradFill>
                              <a:gsLst>
                                <a:gs pos="0">
                                  <a:schemeClr val="bg1"/>
                                </a:gs>
                                <a:gs pos="42000">
                                  <a:srgbClr val="6ACCF2"/>
                                </a:gs>
                                <a:gs pos="100000">
                                  <a:srgbClr val="2497EA"/>
                                </a:gs>
                              </a:gsLst>
                              <a:lin ang="8100000" scaled="1"/>
                            </a:gra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𝑋</m:t>
                        </m:r>
                      </m:e>
                      <m:sup>
                        <m:r>
                          <a:rPr lang="en-US" altLang="zh-CN" i="1">
                            <a:gradFill>
                              <a:gsLst>
                                <a:gs pos="0">
                                  <a:schemeClr val="bg1"/>
                                </a:gs>
                                <a:gs pos="42000">
                                  <a:srgbClr val="6ACCF2"/>
                                </a:gs>
                                <a:gs pos="100000">
                                  <a:srgbClr val="2497EA"/>
                                </a:gs>
                              </a:gsLst>
                              <a:lin ang="8100000" scaled="1"/>
                            </a:gra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𝑇</m:t>
                        </m:r>
                      </m:sup>
                    </m:sSup>
                    <m:r>
                      <a:rPr lang="en-US" altLang="zh-CN" i="1">
                        <a:gradFill>
                          <a:gsLst>
                            <a:gs pos="0">
                              <a:schemeClr val="bg1"/>
                            </a:gs>
                            <a:gs pos="42000">
                              <a:srgbClr val="6ACCF2"/>
                            </a:gs>
                            <a:gs pos="100000">
                              <a:srgbClr val="2497EA"/>
                            </a:gs>
                          </a:gsLst>
                          <a:lin ang="8100000" scaled="1"/>
                        </a:gradFill>
                        <a:latin typeface="Cambria Math" panose="02040503050406030204" charset="0"/>
                        <a:cs typeface="Cambria Math" panose="02040503050406030204" charset="0"/>
                      </a:rPr>
                      <m:t>𝑋</m:t>
                    </m:r>
                  </m:oMath>
                </a14:m>
                <a:r>
                  <a:rPr lang="en-US" altLang="zh-CN">
                    <a:gradFill>
                      <a:gsLst>
                        <a:gs pos="0">
                          <a:schemeClr val="bg1"/>
                        </a:gs>
                        <a:gs pos="42000">
                          <a:srgbClr val="6ACCF2"/>
                        </a:gs>
                        <a:gs pos="100000">
                          <a:srgbClr val="2497EA"/>
                        </a:gs>
                      </a:gsLst>
                      <a:lin ang="8100000" scaled="1"/>
                    </a:gradFill>
                  </a:rPr>
                  <a:t> symmetrical.</a:t>
                </a:r>
                <a:endParaRPr lang="en-US" altLang="zh-CN">
                  <a:gradFill>
                    <a:gsLst>
                      <a:gs pos="0">
                        <a:schemeClr val="bg1"/>
                      </a:gs>
                      <a:gs pos="42000">
                        <a:srgbClr val="6ACCF2"/>
                      </a:gs>
                      <a:gs pos="100000">
                        <a:srgbClr val="2497EA"/>
                      </a:gs>
                    </a:gsLst>
                    <a:lin ang="8100000" scaled="1"/>
                  </a:gradFill>
                </a:endParaRPr>
              </a:p>
            </p:txBody>
          </p:sp>
        </mc:Choice>
        <mc:Fallback>
          <p:sp>
            <p:nvSpPr>
              <p:cNvPr id="19" name="文本框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21400" y="852170"/>
                <a:ext cx="4450715" cy="379730"/>
              </a:xfrm>
              <a:prstGeom prst="rect">
                <a:avLst/>
              </a:prstGeom>
              <a:blipFill rotWithShape="1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文本框 19"/>
              <p:cNvSpPr txBox="1"/>
              <p:nvPr/>
            </p:nvSpPr>
            <p:spPr>
              <a:xfrm>
                <a:off x="6471920" y="1593850"/>
                <a:ext cx="4160520" cy="3606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i="1">
                              <a:solidFill>
                                <a:schemeClr val="accent1"/>
                              </a:solidFill>
                              <a:effectLst>
                                <a:outerShdw blurRad="38100" dist="25400" dir="5400000" algn="ctr" rotWithShape="0">
                                  <a:srgbClr val="6E747A">
                                    <a:alpha val="43000"/>
                                  </a:srgbClr>
                                </a:outerShdw>
                              </a:effectLst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solidFill>
                                <a:schemeClr val="accent1"/>
                              </a:solidFill>
                              <a:effectLst>
                                <a:outerShdw blurRad="38100" dist="25400" dir="5400000" algn="ctr" rotWithShape="0">
                                  <a:srgbClr val="6E747A">
                                    <a:alpha val="43000"/>
                                  </a:srgbClr>
                                </a:outerShdw>
                              </a:effectLst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𝑋</m:t>
                          </m:r>
                        </m:e>
                        <m:sup>
                          <m:r>
                            <a:rPr lang="en-US" altLang="zh-CN" i="1">
                              <a:solidFill>
                                <a:schemeClr val="accent1"/>
                              </a:solidFill>
                              <a:effectLst>
                                <a:outerShdw blurRad="38100" dist="25400" dir="5400000" algn="ctr" rotWithShape="0">
                                  <a:srgbClr val="6E747A">
                                    <a:alpha val="43000"/>
                                  </a:srgbClr>
                                </a:outerShdw>
                              </a:effectLst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𝑇</m:t>
                          </m:r>
                        </m:sup>
                      </m:sSup>
                      <m:r>
                        <a:rPr lang="en-US" altLang="zh-CN" i="1">
                          <a:solidFill>
                            <a:schemeClr val="accent1"/>
                          </a:solidFill>
                          <a:effectLst>
                            <a:outerShdw blurRad="38100" dist="25400" dir="5400000" algn="ctr" rotWithShape="0">
                              <a:srgbClr val="6E747A">
                                <a:alpha val="43000"/>
                              </a:srgbClr>
                            </a:outerShdw>
                          </a:effectLst>
                          <a:latin typeface="Cambria Math" panose="02040503050406030204" charset="0"/>
                          <a:cs typeface="Cambria Math" panose="02040503050406030204" charset="0"/>
                        </a:rPr>
                        <m:t>𝑋</m:t>
                      </m:r>
                      <m:r>
                        <a:rPr lang="en-US" altLang="zh-CN" i="1">
                          <a:solidFill>
                            <a:schemeClr val="accent1"/>
                          </a:solidFill>
                          <a:effectLst>
                            <a:outerShdw blurRad="38100" dist="25400" dir="5400000" algn="ctr" rotWithShape="0">
                              <a:srgbClr val="6E747A">
                                <a:alpha val="43000"/>
                              </a:srgbClr>
                            </a:outerShdw>
                          </a:effectLst>
                          <a:latin typeface="Cambria Math" panose="02040503050406030204" charset="0"/>
                          <a:cs typeface="Cambria Math" panose="02040503050406030204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i="1">
                              <a:solidFill>
                                <a:schemeClr val="accent1"/>
                              </a:solidFill>
                              <a:effectLst>
                                <a:outerShdw blurRad="38100" dist="25400" dir="5400000" algn="ctr" rotWithShape="0">
                                  <a:srgbClr val="6E747A">
                                    <a:alpha val="43000"/>
                                  </a:srgbClr>
                                </a:outerShdw>
                              </a:effectLst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solidFill>
                                <a:schemeClr val="accent1"/>
                              </a:solidFill>
                              <a:effectLst>
                                <a:outerShdw blurRad="38100" dist="25400" dir="5400000" algn="ctr" rotWithShape="0">
                                  <a:srgbClr val="6E747A">
                                    <a:alpha val="43000"/>
                                  </a:srgbClr>
                                </a:outerShdw>
                              </a:effectLst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𝑄</m:t>
                          </m:r>
                        </m:e>
                        <m:sup>
                          <m:r>
                            <a:rPr lang="en-US" altLang="zh-CN" i="1">
                              <a:solidFill>
                                <a:schemeClr val="accent1"/>
                              </a:solidFill>
                              <a:effectLst>
                                <a:outerShdw blurRad="38100" dist="25400" dir="5400000" algn="ctr" rotWithShape="0">
                                  <a:srgbClr val="6E747A">
                                    <a:alpha val="43000"/>
                                  </a:srgbClr>
                                </a:outerShdw>
                              </a:effectLst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−</m:t>
                          </m:r>
                          <m:r>
                            <a:rPr lang="en-US" altLang="zh-CN" i="1">
                              <a:solidFill>
                                <a:schemeClr val="accent1"/>
                              </a:solidFill>
                              <a:effectLst>
                                <a:outerShdw blurRad="38100" dist="25400" dir="5400000" algn="ctr" rotWithShape="0">
                                  <a:srgbClr val="6E747A">
                                    <a:alpha val="43000"/>
                                  </a:srgbClr>
                                </a:outerShdw>
                              </a:effectLst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1</m:t>
                          </m:r>
                        </m:sup>
                      </m:sSup>
                      <m:r>
                        <a:rPr lang="en-US" altLang="zh-CN" i="1">
                          <a:solidFill>
                            <a:schemeClr val="accent1"/>
                          </a:solidFill>
                          <a:effectLst>
                            <a:outerShdw blurRad="38100" dist="25400" dir="5400000" algn="ctr" rotWithShape="0">
                              <a:srgbClr val="6E747A">
                                <a:alpha val="43000"/>
                              </a:srgbClr>
                            </a:outerShdw>
                          </a:effectLst>
                          <a:latin typeface="Cambria Math" panose="02040503050406030204" charset="0"/>
                          <a:cs typeface="Cambria Math" panose="02040503050406030204" charset="0"/>
                        </a:rPr>
                        <m:t>𝑑𝑖𝑎𝑔</m:t>
                      </m:r>
                      <m:r>
                        <a:rPr lang="en-US" altLang="zh-CN" i="1">
                          <a:solidFill>
                            <a:schemeClr val="accent1"/>
                          </a:solidFill>
                          <a:effectLst>
                            <a:outerShdw blurRad="38100" dist="25400" dir="5400000" algn="ctr" rotWithShape="0">
                              <a:srgbClr val="6E747A">
                                <a:alpha val="43000"/>
                              </a:srgbClr>
                            </a:outerShdw>
                          </a:effectLst>
                          <a:latin typeface="Cambria Math" panose="02040503050406030204" charset="0"/>
                          <a:cs typeface="Cambria Math" panose="02040503050406030204" charset="0"/>
                        </a:rPr>
                        <m:t>(</m:t>
                      </m:r>
                      <m:sSup>
                        <m:sSupPr>
                          <m:ctrlPr>
                            <a:rPr lang="en-US" altLang="zh-CN" i="1">
                              <a:solidFill>
                                <a:schemeClr val="accent1"/>
                              </a:solidFill>
                              <a:effectLst>
                                <a:outerShdw blurRad="38100" dist="25400" dir="5400000" algn="ctr" rotWithShape="0">
                                  <a:srgbClr val="6E747A">
                                    <a:alpha val="43000"/>
                                  </a:srgbClr>
                                </a:outerShdw>
                              </a:effectLst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solidFill>
                                <a:schemeClr val="accent1"/>
                              </a:solidFill>
                              <a:effectLst>
                                <a:outerShdw blurRad="38100" dist="25400" dir="5400000" algn="ctr" rotWithShape="0">
                                  <a:srgbClr val="6E747A">
                                    <a:alpha val="43000"/>
                                  </a:srgbClr>
                                </a:outerShdw>
                              </a:effectLst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𝑋</m:t>
                          </m:r>
                        </m:e>
                        <m:sup>
                          <m:r>
                            <a:rPr lang="en-US" altLang="zh-CN" i="1">
                              <a:solidFill>
                                <a:schemeClr val="accent1"/>
                              </a:solidFill>
                              <a:effectLst>
                                <a:outerShdw blurRad="38100" dist="25400" dir="5400000" algn="ctr" rotWithShape="0">
                                  <a:srgbClr val="6E747A">
                                    <a:alpha val="43000"/>
                                  </a:srgbClr>
                                </a:outerShdw>
                              </a:effectLst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𝑇</m:t>
                          </m:r>
                        </m:sup>
                      </m:sSup>
                      <m:r>
                        <a:rPr lang="en-US" altLang="zh-CN" i="1">
                          <a:solidFill>
                            <a:schemeClr val="accent1"/>
                          </a:solidFill>
                          <a:effectLst>
                            <a:outerShdw blurRad="38100" dist="25400" dir="5400000" algn="ctr" rotWithShape="0">
                              <a:srgbClr val="6E747A">
                                <a:alpha val="43000"/>
                              </a:srgbClr>
                            </a:outerShdw>
                          </a:effectLst>
                          <a:latin typeface="Cambria Math" panose="02040503050406030204" charset="0"/>
                          <a:cs typeface="Cambria Math" panose="02040503050406030204" charset="0"/>
                        </a:rPr>
                        <m:t>𝑋</m:t>
                      </m:r>
                      <m:r>
                        <a:rPr lang="en-US" altLang="zh-CN" i="1">
                          <a:solidFill>
                            <a:schemeClr val="accent1"/>
                          </a:solidFill>
                          <a:effectLst>
                            <a:outerShdw blurRad="38100" dist="25400" dir="5400000" algn="ctr" rotWithShape="0">
                              <a:srgbClr val="6E747A">
                                <a:alpha val="43000"/>
                              </a:srgbClr>
                            </a:outerShdw>
                          </a:effectLst>
                          <a:latin typeface="Cambria Math" panose="02040503050406030204" charset="0"/>
                          <a:cs typeface="Cambria Math" panose="02040503050406030204" charset="0"/>
                        </a:rPr>
                        <m:t>)</m:t>
                      </m:r>
                      <m:r>
                        <a:rPr lang="en-US" altLang="zh-CN" i="1">
                          <a:solidFill>
                            <a:schemeClr val="accent1"/>
                          </a:solidFill>
                          <a:effectLst>
                            <a:outerShdw blurRad="38100" dist="25400" dir="5400000" algn="ctr" rotWithShape="0">
                              <a:srgbClr val="6E747A">
                                <a:alpha val="43000"/>
                              </a:srgbClr>
                            </a:outerShdw>
                          </a:effectLst>
                          <a:latin typeface="Cambria Math" panose="02040503050406030204" charset="0"/>
                          <a:cs typeface="Cambria Math" panose="02040503050406030204" charset="0"/>
                        </a:rPr>
                        <m:t>𝑄</m:t>
                      </m:r>
                    </m:oMath>
                  </m:oMathPara>
                </a14:m>
                <a:endParaRPr lang="en-US" altLang="zh-CN" i="1"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20" name="文本框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71920" y="1593850"/>
                <a:ext cx="4160520" cy="360680"/>
              </a:xfrm>
              <a:prstGeom prst="rect">
                <a:avLst/>
              </a:prstGeom>
              <a:blipFill rotWithShape="1"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文本框 20"/>
              <p:cNvSpPr txBox="1"/>
              <p:nvPr/>
            </p:nvSpPr>
            <p:spPr>
              <a:xfrm>
                <a:off x="6175375" y="2018665"/>
                <a:ext cx="4396740" cy="368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>
                    <a:gradFill>
                      <a:gsLst>
                        <a:gs pos="0">
                          <a:schemeClr val="bg1"/>
                        </a:gs>
                        <a:gs pos="42000">
                          <a:srgbClr val="6ACCF2"/>
                        </a:gs>
                        <a:gs pos="100000">
                          <a:srgbClr val="2497EA"/>
                        </a:gs>
                      </a:gsLst>
                      <a:lin ang="8100000" scaled="1"/>
                    </a:gradFill>
                  </a:rPr>
                  <a:t>Assuming </a:t>
                </a:r>
                <a14:m>
                  <m:oMath xmlns:m="http://schemas.openxmlformats.org/officeDocument/2006/math">
                    <m:r>
                      <a:rPr lang="en-US" altLang="zh-CN" i="1">
                        <a:gradFill>
                          <a:gsLst>
                            <a:gs pos="0">
                              <a:schemeClr val="bg1"/>
                            </a:gs>
                            <a:gs pos="42000">
                              <a:srgbClr val="6ACCF2"/>
                            </a:gs>
                            <a:gs pos="100000">
                              <a:srgbClr val="2497EA"/>
                            </a:gs>
                          </a:gsLst>
                          <a:lin ang="8100000" scaled="1"/>
                        </a:gradFill>
                        <a:latin typeface="Cambria Math" panose="02040503050406030204" charset="0"/>
                        <a:cs typeface="Cambria Math" panose="02040503050406030204" charset="0"/>
                      </a:rPr>
                      <m:t>𝜆</m:t>
                    </m:r>
                    <m:r>
                      <a:rPr lang="en-US" altLang="zh-CN" i="1">
                        <a:gradFill>
                          <a:gsLst>
                            <a:gs pos="0">
                              <a:schemeClr val="bg1"/>
                            </a:gs>
                            <a:gs pos="42000">
                              <a:srgbClr val="6ACCF2"/>
                            </a:gs>
                            <a:gs pos="100000">
                              <a:srgbClr val="2497EA"/>
                            </a:gs>
                          </a:gsLst>
                          <a:lin ang="8100000" scaled="1"/>
                        </a:gradFill>
                        <a:latin typeface="Cambria Math" panose="02040503050406030204" charset="0"/>
                        <a:cs typeface="Cambria Math" panose="02040503050406030204" charset="0"/>
                      </a:rPr>
                      <m:t>=</m:t>
                    </m:r>
                    <m:sSub>
                      <m:sSubPr>
                        <m:ctrlPr>
                          <a:rPr lang="en-US" altLang="zh-CN" i="1">
                            <a:gradFill>
                              <a:gsLst>
                                <a:gs pos="0">
                                  <a:schemeClr val="bg1"/>
                                </a:gs>
                                <a:gs pos="42000">
                                  <a:srgbClr val="6ACCF2"/>
                                </a:gs>
                                <a:gs pos="100000">
                                  <a:srgbClr val="2497EA"/>
                                </a:gs>
                              </a:gsLst>
                              <a:lin ang="8100000" scaled="1"/>
                            </a:gradFill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gradFill>
                              <a:gsLst>
                                <a:gs pos="0">
                                  <a:schemeClr val="bg1"/>
                                </a:gs>
                                <a:gs pos="42000">
                                  <a:srgbClr val="6ACCF2"/>
                                </a:gs>
                                <a:gs pos="100000">
                                  <a:srgbClr val="2497EA"/>
                                </a:gs>
                              </a:gsLst>
                              <a:lin ang="8100000" scaled="1"/>
                            </a:gra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𝜆</m:t>
                        </m:r>
                      </m:e>
                      <m:sub>
                        <m:r>
                          <a:rPr lang="en-US" altLang="zh-CN" i="1">
                            <a:gradFill>
                              <a:gsLst>
                                <a:gs pos="0">
                                  <a:schemeClr val="bg1"/>
                                </a:gs>
                                <a:gs pos="42000">
                                  <a:srgbClr val="6ACCF2"/>
                                </a:gs>
                                <a:gs pos="100000">
                                  <a:srgbClr val="2497EA"/>
                                </a:gs>
                              </a:gsLst>
                              <a:lin ang="8100000" scaled="1"/>
                            </a:gra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𝑚𝑎𝑥</m:t>
                        </m:r>
                      </m:sub>
                    </m:sSub>
                  </m:oMath>
                </a14:m>
                <a:r>
                  <a:rPr lang="en-US" altLang="zh-CN">
                    <a:gradFill>
                      <a:gsLst>
                        <a:gs pos="0">
                          <a:schemeClr val="bg1"/>
                        </a:gs>
                        <a:gs pos="42000">
                          <a:srgbClr val="6ACCF2"/>
                        </a:gs>
                        <a:gs pos="100000">
                          <a:srgbClr val="2497EA"/>
                        </a:gs>
                      </a:gsLst>
                      <a:lin ang="8100000" scaled="1"/>
                    </a:gradFill>
                  </a:rPr>
                  <a:t>,we have:</a:t>
                </a:r>
                <a:endParaRPr lang="en-US" altLang="zh-CN">
                  <a:gradFill>
                    <a:gsLst>
                      <a:gs pos="0">
                        <a:schemeClr val="bg1"/>
                      </a:gs>
                      <a:gs pos="42000">
                        <a:srgbClr val="6ACCF2"/>
                      </a:gs>
                      <a:gs pos="100000">
                        <a:srgbClr val="2497EA"/>
                      </a:gs>
                    </a:gsLst>
                    <a:lin ang="8100000" scaled="1"/>
                  </a:gradFill>
                </a:endParaRPr>
              </a:p>
            </p:txBody>
          </p:sp>
        </mc:Choice>
        <mc:Fallback>
          <p:sp>
            <p:nvSpPr>
              <p:cNvPr id="21" name="文本框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75375" y="2018665"/>
                <a:ext cx="4396740" cy="368300"/>
              </a:xfrm>
              <a:prstGeom prst="rect">
                <a:avLst/>
              </a:prstGeom>
              <a:blipFill rotWithShape="1"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" name="文本框 21"/>
              <p:cNvSpPr txBox="1"/>
              <p:nvPr/>
            </p:nvSpPr>
            <p:spPr>
              <a:xfrm>
                <a:off x="6055360" y="2451100"/>
                <a:ext cx="5819775" cy="3606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solidFill>
                            <a:schemeClr val="accent1"/>
                          </a:solidFill>
                          <a:effectLst>
                            <a:outerShdw blurRad="38100" dist="25400" dir="5400000" algn="ctr" rotWithShape="0">
                              <a:srgbClr val="6E747A">
                                <a:alpha val="43000"/>
                              </a:srgbClr>
                            </a:outerShdw>
                          </a:effectLst>
                          <a:latin typeface="Cambria Math" panose="02040503050406030204" charset="0"/>
                          <a:cs typeface="Cambria Math" panose="02040503050406030204" charset="0"/>
                        </a:rPr>
                        <m:t>𝐻𝑒𝑠𝑠𝑖𝑎𝑛</m:t>
                      </m:r>
                      <m:r>
                        <a:rPr lang="en-US" altLang="zh-CN" i="1">
                          <a:solidFill>
                            <a:schemeClr val="accent1"/>
                          </a:solidFill>
                          <a:effectLst>
                            <a:outerShdw blurRad="38100" dist="25400" dir="5400000" algn="ctr" rotWithShape="0">
                              <a:srgbClr val="6E747A">
                                <a:alpha val="43000"/>
                              </a:srgbClr>
                            </a:outerShdw>
                          </a:effectLst>
                          <a:latin typeface="Cambria Math" panose="02040503050406030204" charset="0"/>
                          <a:cs typeface="Cambria Math" panose="02040503050406030204" charset="0"/>
                        </a:rPr>
                        <m:t>(</m:t>
                      </m:r>
                      <m:r>
                        <a:rPr lang="en-US" altLang="zh-CN" i="1">
                          <a:solidFill>
                            <a:schemeClr val="accent1"/>
                          </a:solidFill>
                          <a:effectLst>
                            <a:outerShdw blurRad="38100" dist="25400" dir="5400000" algn="ctr" rotWithShape="0">
                              <a:srgbClr val="6E747A">
                                <a:alpha val="43000"/>
                              </a:srgbClr>
                            </a:outerShdw>
                          </a:effectLst>
                          <a:latin typeface="Cambria Math" panose="02040503050406030204" charset="0"/>
                          <a:cs typeface="Cambria Math" panose="02040503050406030204" charset="0"/>
                        </a:rPr>
                        <m:t>𝐿</m:t>
                      </m:r>
                      <m:r>
                        <a:rPr lang="en-US" altLang="zh-CN" i="1">
                          <a:solidFill>
                            <a:schemeClr val="accent1"/>
                          </a:solidFill>
                          <a:effectLst>
                            <a:outerShdw blurRad="38100" dist="25400" dir="5400000" algn="ctr" rotWithShape="0">
                              <a:srgbClr val="6E747A">
                                <a:alpha val="43000"/>
                              </a:srgbClr>
                            </a:outerShdw>
                          </a:effectLst>
                          <a:latin typeface="Cambria Math" panose="02040503050406030204" charset="0"/>
                          <a:cs typeface="Cambria Math" panose="02040503050406030204" charset="0"/>
                        </a:rPr>
                        <m:t>)=</m:t>
                      </m:r>
                      <m:r>
                        <a:rPr lang="en-US" altLang="zh-CN" i="1">
                          <a:solidFill>
                            <a:schemeClr val="accent1"/>
                          </a:solidFill>
                          <a:effectLst>
                            <a:outerShdw blurRad="38100" dist="25400" dir="5400000" algn="ctr" rotWithShape="0">
                              <a:srgbClr val="6E747A">
                                <a:alpha val="43000"/>
                              </a:srgbClr>
                            </a:outerShdw>
                          </a:effectLst>
                          <a:latin typeface="Cambria Math" panose="02040503050406030204" charset="0"/>
                          <a:cs typeface="Cambria Math" panose="02040503050406030204" charset="0"/>
                        </a:rPr>
                        <m:t>2</m:t>
                      </m:r>
                      <m:sSup>
                        <m:sSupPr>
                          <m:ctrlPr>
                            <a:rPr lang="en-US" altLang="zh-CN" i="1">
                              <a:solidFill>
                                <a:schemeClr val="accent1"/>
                              </a:solidFill>
                              <a:effectLst>
                                <a:outerShdw blurRad="38100" dist="25400" dir="5400000" algn="ctr" rotWithShape="0">
                                  <a:srgbClr val="6E747A">
                                    <a:alpha val="43000"/>
                                  </a:srgbClr>
                                </a:outerShdw>
                              </a:effectLst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solidFill>
                                <a:schemeClr val="accent1"/>
                              </a:solidFill>
                              <a:effectLst>
                                <a:outerShdw blurRad="38100" dist="25400" dir="5400000" algn="ctr" rotWithShape="0">
                                  <a:srgbClr val="6E747A">
                                    <a:alpha val="43000"/>
                                  </a:srgbClr>
                                </a:outerShdw>
                              </a:effectLst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𝑄</m:t>
                          </m:r>
                        </m:e>
                        <m:sup>
                          <m:r>
                            <a:rPr lang="en-US" altLang="zh-CN" i="1">
                              <a:solidFill>
                                <a:schemeClr val="accent1"/>
                              </a:solidFill>
                              <a:effectLst>
                                <a:outerShdw blurRad="38100" dist="25400" dir="5400000" algn="ctr" rotWithShape="0">
                                  <a:srgbClr val="6E747A">
                                    <a:alpha val="43000"/>
                                  </a:srgbClr>
                                </a:outerShdw>
                              </a:effectLst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−</m:t>
                          </m:r>
                          <m:r>
                            <a:rPr lang="en-US" altLang="zh-CN" i="1">
                              <a:solidFill>
                                <a:schemeClr val="accent1"/>
                              </a:solidFill>
                              <a:effectLst>
                                <a:outerShdw blurRad="38100" dist="25400" dir="5400000" algn="ctr" rotWithShape="0">
                                  <a:srgbClr val="6E747A">
                                    <a:alpha val="43000"/>
                                  </a:srgbClr>
                                </a:outerShdw>
                              </a:effectLst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1</m:t>
                          </m:r>
                        </m:sup>
                      </m:sSup>
                      <m:r>
                        <a:rPr lang="en-US" altLang="zh-CN" i="1">
                          <a:solidFill>
                            <a:schemeClr val="accent1"/>
                          </a:solidFill>
                          <a:effectLst>
                            <a:outerShdw blurRad="38100" dist="25400" dir="5400000" algn="ctr" rotWithShape="0">
                              <a:srgbClr val="6E747A">
                                <a:alpha val="43000"/>
                              </a:srgbClr>
                            </a:outerShdw>
                          </a:effectLst>
                          <a:latin typeface="Cambria Math" panose="02040503050406030204" charset="0"/>
                          <a:cs typeface="Cambria Math" panose="02040503050406030204" charset="0"/>
                        </a:rPr>
                        <m:t>(</m:t>
                      </m:r>
                      <m:r>
                        <a:rPr lang="en-US" altLang="zh-CN" i="1">
                          <a:solidFill>
                            <a:schemeClr val="accent1"/>
                          </a:solidFill>
                          <a:effectLst>
                            <a:outerShdw blurRad="38100" dist="25400" dir="5400000" algn="ctr" rotWithShape="0">
                              <a:srgbClr val="6E747A">
                                <a:alpha val="43000"/>
                              </a:srgbClr>
                            </a:outerShdw>
                          </a:effectLst>
                          <a:latin typeface="Cambria Math" panose="02040503050406030204" charset="0"/>
                          <a:cs typeface="Cambria Math" panose="02040503050406030204" charset="0"/>
                        </a:rPr>
                        <m:t>𝑑𝑖𝑎𝑔</m:t>
                      </m:r>
                      <m:r>
                        <a:rPr lang="en-US" altLang="zh-CN" i="1">
                          <a:solidFill>
                            <a:schemeClr val="accent1"/>
                          </a:solidFill>
                          <a:effectLst>
                            <a:outerShdw blurRad="38100" dist="25400" dir="5400000" algn="ctr" rotWithShape="0">
                              <a:srgbClr val="6E747A">
                                <a:alpha val="43000"/>
                              </a:srgbClr>
                            </a:outerShdw>
                          </a:effectLst>
                          <a:latin typeface="Cambria Math" panose="02040503050406030204" charset="0"/>
                          <a:cs typeface="Cambria Math" panose="02040503050406030204" charset="0"/>
                        </a:rPr>
                        <m:t>(</m:t>
                      </m:r>
                      <m:sSup>
                        <m:sSupPr>
                          <m:ctrlPr>
                            <a:rPr lang="en-US" altLang="zh-CN" i="1">
                              <a:solidFill>
                                <a:schemeClr val="accent1"/>
                              </a:solidFill>
                              <a:effectLst>
                                <a:outerShdw blurRad="38100" dist="25400" dir="5400000" algn="ctr" rotWithShape="0">
                                  <a:srgbClr val="6E747A">
                                    <a:alpha val="43000"/>
                                  </a:srgbClr>
                                </a:outerShdw>
                              </a:effectLst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solidFill>
                                <a:schemeClr val="accent1"/>
                              </a:solidFill>
                              <a:effectLst>
                                <a:outerShdw blurRad="38100" dist="25400" dir="5400000" algn="ctr" rotWithShape="0">
                                  <a:srgbClr val="6E747A">
                                    <a:alpha val="43000"/>
                                  </a:srgbClr>
                                </a:outerShdw>
                              </a:effectLst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𝑋</m:t>
                          </m:r>
                        </m:e>
                        <m:sup>
                          <m:r>
                            <a:rPr lang="en-US" altLang="zh-CN" i="1">
                              <a:solidFill>
                                <a:schemeClr val="accent1"/>
                              </a:solidFill>
                              <a:effectLst>
                                <a:outerShdw blurRad="38100" dist="25400" dir="5400000" algn="ctr" rotWithShape="0">
                                  <a:srgbClr val="6E747A">
                                    <a:alpha val="43000"/>
                                  </a:srgbClr>
                                </a:outerShdw>
                              </a:effectLst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𝑇</m:t>
                          </m:r>
                        </m:sup>
                      </m:sSup>
                      <m:r>
                        <a:rPr lang="en-US" altLang="zh-CN" i="1">
                          <a:solidFill>
                            <a:schemeClr val="accent1"/>
                          </a:solidFill>
                          <a:effectLst>
                            <a:outerShdw blurRad="38100" dist="25400" dir="5400000" algn="ctr" rotWithShape="0">
                              <a:srgbClr val="6E747A">
                                <a:alpha val="43000"/>
                              </a:srgbClr>
                            </a:outerShdw>
                          </a:effectLst>
                          <a:latin typeface="Cambria Math" panose="02040503050406030204" charset="0"/>
                          <a:cs typeface="Cambria Math" panose="02040503050406030204" charset="0"/>
                        </a:rPr>
                        <m:t>𝑋</m:t>
                      </m:r>
                      <m:r>
                        <a:rPr lang="en-US" altLang="zh-CN" i="1">
                          <a:solidFill>
                            <a:schemeClr val="accent1"/>
                          </a:solidFill>
                          <a:effectLst>
                            <a:outerShdw blurRad="38100" dist="25400" dir="5400000" algn="ctr" rotWithShape="0">
                              <a:srgbClr val="6E747A">
                                <a:alpha val="43000"/>
                              </a:srgbClr>
                            </a:outerShdw>
                          </a:effectLst>
                          <a:latin typeface="Cambria Math" panose="02040503050406030204" charset="0"/>
                          <a:cs typeface="Cambria Math" panose="02040503050406030204" charset="0"/>
                        </a:rPr>
                        <m:t>)</m:t>
                      </m:r>
                      <m:r>
                        <a:rPr lang="en-US" altLang="zh-CN" i="1">
                          <a:solidFill>
                            <a:schemeClr val="accent1"/>
                          </a:solidFill>
                          <a:effectLst>
                            <a:outerShdw blurRad="38100" dist="25400" dir="5400000" algn="ctr" rotWithShape="0">
                              <a:srgbClr val="6E747A">
                                <a:alpha val="43000"/>
                              </a:srgbClr>
                            </a:outerShdw>
                          </a:effectLst>
                          <a:latin typeface="Cambria Math" panose="02040503050406030204" charset="0"/>
                          <a:cs typeface="Cambria Math" panose="02040503050406030204" charset="0"/>
                        </a:rPr>
                        <m:t>−</m:t>
                      </m:r>
                      <m:sSub>
                        <m:sSubPr>
                          <m:ctrlPr>
                            <a:rPr lang="en-US" altLang="zh-CN" i="1">
                              <a:solidFill>
                                <a:schemeClr val="accent1"/>
                              </a:solidFill>
                              <a:effectLst>
                                <a:outerShdw blurRad="38100" dist="25400" dir="5400000" algn="ctr" rotWithShape="0">
                                  <a:srgbClr val="6E747A">
                                    <a:alpha val="43000"/>
                                  </a:srgbClr>
                                </a:outerShdw>
                              </a:effectLst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solidFill>
                                <a:schemeClr val="accent1"/>
                              </a:solidFill>
                              <a:effectLst>
                                <a:outerShdw blurRad="38100" dist="25400" dir="5400000" algn="ctr" rotWithShape="0">
                                  <a:srgbClr val="6E747A">
                                    <a:alpha val="43000"/>
                                  </a:srgbClr>
                                </a:outerShdw>
                              </a:effectLst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𝜆</m:t>
                          </m:r>
                        </m:e>
                        <m:sub>
                          <m:r>
                            <a:rPr lang="en-US" altLang="zh-CN" i="1">
                              <a:solidFill>
                                <a:schemeClr val="accent1"/>
                              </a:solidFill>
                              <a:effectLst>
                                <a:outerShdw blurRad="38100" dist="25400" dir="5400000" algn="ctr" rotWithShape="0">
                                  <a:srgbClr val="6E747A">
                                    <a:alpha val="43000"/>
                                  </a:srgbClr>
                                </a:outerShdw>
                              </a:effectLst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𝑚𝑎𝑥</m:t>
                          </m:r>
                        </m:sub>
                      </m:sSub>
                      <m:r>
                        <a:rPr lang="en-US" altLang="zh-CN" i="1">
                          <a:solidFill>
                            <a:schemeClr val="accent1"/>
                          </a:solidFill>
                          <a:effectLst>
                            <a:outerShdw blurRad="38100" dist="25400" dir="5400000" algn="ctr" rotWithShape="0">
                              <a:srgbClr val="6E747A">
                                <a:alpha val="43000"/>
                              </a:srgbClr>
                            </a:outerShdw>
                          </a:effectLst>
                          <a:latin typeface="Cambria Math" panose="02040503050406030204" charset="0"/>
                          <a:cs typeface="Cambria Math" panose="02040503050406030204" charset="0"/>
                        </a:rPr>
                        <m:t>𝐼</m:t>
                      </m:r>
                      <m:r>
                        <a:rPr lang="en-US" altLang="zh-CN" i="1">
                          <a:solidFill>
                            <a:schemeClr val="accent1"/>
                          </a:solidFill>
                          <a:effectLst>
                            <a:outerShdw blurRad="38100" dist="25400" dir="5400000" algn="ctr" rotWithShape="0">
                              <a:srgbClr val="6E747A">
                                <a:alpha val="43000"/>
                              </a:srgbClr>
                            </a:outerShdw>
                          </a:effectLst>
                          <a:latin typeface="Cambria Math" panose="02040503050406030204" charset="0"/>
                          <a:cs typeface="Cambria Math" panose="02040503050406030204" charset="0"/>
                        </a:rPr>
                        <m:t>)</m:t>
                      </m:r>
                      <m:r>
                        <a:rPr lang="en-US" altLang="zh-CN" i="1">
                          <a:solidFill>
                            <a:schemeClr val="accent1"/>
                          </a:solidFill>
                          <a:effectLst>
                            <a:outerShdw blurRad="38100" dist="25400" dir="5400000" algn="ctr" rotWithShape="0">
                              <a:srgbClr val="6E747A">
                                <a:alpha val="43000"/>
                              </a:srgbClr>
                            </a:outerShdw>
                          </a:effectLst>
                          <a:latin typeface="Cambria Math" panose="02040503050406030204" charset="0"/>
                          <a:cs typeface="Cambria Math" panose="02040503050406030204" charset="0"/>
                        </a:rPr>
                        <m:t>𝑄</m:t>
                      </m:r>
                    </m:oMath>
                  </m:oMathPara>
                </a14:m>
                <a:endParaRPr lang="en-US" altLang="zh-CN" i="1"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22" name="文本框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55360" y="2451100"/>
                <a:ext cx="5819775" cy="360680"/>
              </a:xfrm>
              <a:prstGeom prst="rect">
                <a:avLst/>
              </a:prstGeom>
              <a:blipFill rotWithShape="1"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文本框 22"/>
          <p:cNvSpPr txBox="1"/>
          <p:nvPr/>
        </p:nvSpPr>
        <p:spPr>
          <a:xfrm>
            <a:off x="6175375" y="2875915"/>
            <a:ext cx="48552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gradFill>
                  <a:gsLst>
                    <a:gs pos="0">
                      <a:schemeClr val="bg1"/>
                    </a:gs>
                    <a:gs pos="42000">
                      <a:srgbClr val="6ACCF2"/>
                    </a:gs>
                    <a:gs pos="100000">
                      <a:srgbClr val="2497EA"/>
                    </a:gs>
                  </a:gsLst>
                  <a:lin ang="8100000" scaled="1"/>
                </a:gradFill>
              </a:rPr>
              <a:t>So Hessian(L) is negative semi-definite.</a:t>
            </a:r>
            <a:endParaRPr lang="en-US" altLang="zh-CN">
              <a:gradFill>
                <a:gsLst>
                  <a:gs pos="0">
                    <a:schemeClr val="bg1"/>
                  </a:gs>
                  <a:gs pos="42000">
                    <a:srgbClr val="6ACCF2"/>
                  </a:gs>
                  <a:gs pos="100000">
                    <a:srgbClr val="2497EA"/>
                  </a:gs>
                </a:gsLst>
                <a:lin ang="8100000" scaled="1"/>
              </a:gradFill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6175375" y="3201035"/>
            <a:ext cx="55632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gradFill>
                  <a:gsLst>
                    <a:gs pos="0">
                      <a:schemeClr val="bg1"/>
                    </a:gs>
                    <a:gs pos="42000">
                      <a:srgbClr val="6ACCF2"/>
                    </a:gs>
                    <a:gs pos="100000">
                      <a:srgbClr val="2497EA"/>
                    </a:gs>
                  </a:gsLst>
                  <a:lin ang="8100000" scaled="1"/>
                </a:gradFill>
              </a:rPr>
              <a:t>We can prove the maximum value is here to pick.</a:t>
            </a:r>
            <a:endParaRPr lang="en-US" altLang="zh-CN">
              <a:gradFill>
                <a:gsLst>
                  <a:gs pos="0">
                    <a:schemeClr val="bg1"/>
                  </a:gs>
                  <a:gs pos="42000">
                    <a:srgbClr val="6ACCF2"/>
                  </a:gs>
                  <a:gs pos="100000">
                    <a:srgbClr val="2497EA"/>
                  </a:gs>
                </a:gsLst>
                <a:lin ang="8100000" scaled="1"/>
              </a:gradFill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6175375" y="3623945"/>
            <a:ext cx="5771515" cy="64516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p>
            <a:r>
              <a:rPr lang="en-US" altLang="zh-CN">
                <a:solidFill>
                  <a:schemeClr val="accent4"/>
                </a:solidFill>
                <a:effectLst/>
              </a:rPr>
              <a:t>If we want other features,then we can pick more eigenvalues and their related vectors.</a:t>
            </a:r>
            <a:endParaRPr lang="en-US" altLang="zh-CN">
              <a:solidFill>
                <a:schemeClr val="accent4"/>
              </a:solidFill>
              <a:effectLst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7" name="文本框 26"/>
              <p:cNvSpPr txBox="1"/>
              <p:nvPr/>
            </p:nvSpPr>
            <p:spPr>
              <a:xfrm>
                <a:off x="6541135" y="4559935"/>
                <a:ext cx="4154170" cy="10229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>
                    <a:solidFill>
                      <a:srgbClr val="FF0000"/>
                    </a:solidFill>
                  </a:rPr>
                  <a:t>How we evaluate our model:</a:t>
                </a:r>
                <a:endParaRPr lang="en-US" altLang="zh-CN">
                  <a:solidFill>
                    <a:srgbClr val="FF0000"/>
                  </a:solidFill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solidFill>
                            <a:srgbClr val="FF0000"/>
                          </a:solidFill>
                          <a:latin typeface="Cambria Math" panose="02040503050406030204" charset="0"/>
                          <a:cs typeface="Cambria Math" panose="02040503050406030204" charset="0"/>
                        </a:rPr>
                        <m:t>𝐴𝑐𝑐𝑢𝑟𝑎𝑐𝑦</m:t>
                      </m:r>
                      <m:r>
                        <a:rPr lang="en-US" altLang="zh-CN" i="1">
                          <a:solidFill>
                            <a:srgbClr val="FF0000"/>
                          </a:solidFill>
                          <a:latin typeface="Cambria Math" panose="02040503050406030204" charset="0"/>
                          <a:cs typeface="Cambria Math" panose="02040503050406030204" charset="0"/>
                        </a:rPr>
                        <m:t>=</m:t>
                      </m:r>
                      <m:f>
                        <m:fPr>
                          <m:ctrlPr>
                            <a:rPr lang="en-US" altLang="zh-CN" i="1">
                              <a:solidFill>
                                <a:srgbClr val="FF0000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limLoc m:val="subSup"/>
                              <m:supHide m:val="on"/>
                              <m:ctrlPr>
                                <a:rPr lang="en-US" altLang="zh-CN" i="1">
                                  <a:solidFill>
                                    <a:srgbClr val="FF0000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naryPr>
                            <m:sub>
                              <m:r>
                                <a:rPr lang="en-US" altLang="zh-CN" i="1">
                                  <a:solidFill>
                                    <a:srgbClr val="FF0000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𝑝𝑖𝑐𝑘𝑒𝑑</m:t>
                              </m:r>
                            </m:sub>
                            <m:sup/>
                            <m:e>
                              <m:r>
                                <a:rPr lang="en-US" altLang="zh-CN" i="1">
                                  <a:solidFill>
                                    <a:srgbClr val="FF0000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𝜆</m:t>
                              </m:r>
                            </m:e>
                          </m:nary>
                        </m:num>
                        <m:den>
                          <m:nary>
                            <m:naryPr>
                              <m:chr m:val="∑"/>
                              <m:limLoc m:val="subSup"/>
                              <m:supHide m:val="on"/>
                              <m:ctrlPr>
                                <a:rPr lang="en-US" altLang="zh-CN" i="1">
                                  <a:solidFill>
                                    <a:srgbClr val="FF0000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naryPr>
                            <m:sub>
                              <m:r>
                                <a:rPr lang="en-US" altLang="zh-CN" i="1">
                                  <a:solidFill>
                                    <a:srgbClr val="FF0000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𝑎𝑙𝑙</m:t>
                              </m:r>
                            </m:sub>
                            <m:sup/>
                            <m:e>
                              <m:r>
                                <a:rPr lang="en-US" altLang="zh-CN" i="1">
                                  <a:solidFill>
                                    <a:srgbClr val="FF0000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𝜆</m:t>
                              </m:r>
                            </m:e>
                          </m:nary>
                        </m:den>
                      </m:f>
                    </m:oMath>
                  </m:oMathPara>
                </a14:m>
                <a:endParaRPr lang="en-US" altLang="zh-CN" i="1">
                  <a:solidFill>
                    <a:srgbClr val="FF0000"/>
                  </a:solidFill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27" name="文本框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41135" y="4559935"/>
                <a:ext cx="4154170" cy="1022985"/>
              </a:xfrm>
              <a:prstGeom prst="rect">
                <a:avLst/>
              </a:prstGeom>
              <a:blipFill rotWithShape="1"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6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276225" y="245110"/>
            <a:ext cx="368871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Application</a:t>
            </a:r>
            <a:endParaRPr lang="en-US" altLang="zh-CN" sz="24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5" name="图片 4" descr="屏幕截图 2025-07-13 15234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8795" y="768350"/>
            <a:ext cx="11198860" cy="600837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2724150" y="245110"/>
            <a:ext cx="532701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Successful Recurrence Using Pytorch</a:t>
            </a:r>
            <a:endParaRPr lang="en-US" altLang="zh-CN" sz="2400"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" name="文本框 21"/>
          <p:cNvSpPr txBox="1"/>
          <p:nvPr/>
        </p:nvSpPr>
        <p:spPr>
          <a:xfrm>
            <a:off x="0" y="-3175"/>
            <a:ext cx="12192000" cy="6861175"/>
          </a:xfrm>
          <a:prstGeom prst="rect">
            <a:avLst/>
          </a:prstGeom>
          <a:gradFill>
            <a:gsLst>
              <a:gs pos="0">
                <a:srgbClr val="CFF9AE"/>
              </a:gs>
              <a:gs pos="90000">
                <a:srgbClr val="49E7CE"/>
              </a:gs>
            </a:gsLst>
            <a:path path="circle">
              <a:fillToRect l="100000" t="100000"/>
            </a:path>
            <a:tileRect r="-100000" b="-100000"/>
          </a:gradFill>
        </p:spPr>
        <p:txBody>
          <a:bodyPr wrap="square" rtlCol="0">
            <a:noAutofit/>
          </a:bodyPr>
          <a:p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352425" y="287020"/>
            <a:ext cx="579310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PPCA</a:t>
            </a:r>
            <a:endParaRPr lang="en-US" altLang="zh-CN" sz="20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52425" y="685800"/>
            <a:ext cx="52736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Boundedness of PCA:</a:t>
            </a:r>
            <a:endParaRPr lang="en-US" altLang="zh-CN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52425" y="1115695"/>
            <a:ext cx="4006215" cy="98361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1) hard to explain</a:t>
            </a:r>
            <a:endParaRPr lang="en-US" altLang="zh-CN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r>
              <a:rPr lang="en-US" altLang="zh-CN" sz="2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</a:t>
            </a:r>
            <a:endParaRPr lang="en-US" altLang="zh-CN" sz="20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r>
              <a:rPr lang="en-US" altLang="zh-CN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2) noise processing</a:t>
            </a:r>
            <a:endParaRPr lang="en-US" altLang="zh-CN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r>
              <a:rPr lang="en-US" altLang="zh-CN" sz="2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</a:t>
            </a:r>
            <a:endParaRPr lang="en-US" altLang="zh-CN" sz="20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r>
              <a:rPr lang="en-US" altLang="zh-CN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3) not precise</a:t>
            </a:r>
            <a:endParaRPr lang="en-US" altLang="zh-CN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表格 5"/>
              <p:cNvGraphicFramePr/>
              <p:nvPr/>
            </p:nvGraphicFramePr>
            <p:xfrm>
              <a:off x="2941955" y="899160"/>
              <a:ext cx="8533130" cy="1143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266565"/>
                    <a:gridCol w="4266565"/>
                  </a:tblGrid>
                  <a:tr h="381000"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/>
                            <a:t>Method</a:t>
                          </a:r>
                          <a:endParaRPr lang="en-US" altLang="zh-CN"/>
                        </a:p>
                      </a:txBody>
                      <a:tcPr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/>
                            <a:t>Assumption</a:t>
                          </a:r>
                          <a:endParaRPr lang="en-US" altLang="zh-CN"/>
                        </a:p>
                      </a:txBody>
                      <a:tcPr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tcPr>
                    </a:tc>
                  </a:tr>
                  <a:tr h="381000"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/>
                            <a:t>PCA</a:t>
                          </a:r>
                          <a:endParaRPr lang="en-US" altLang="zh-CN"/>
                        </a:p>
                      </a:txBody>
                      <a:tcPr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b="1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𝒙</m:t>
                                </m:r>
                                <m:r>
                                  <a:rPr lang="en-US" altLang="zh-CN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=</m:t>
                                </m:r>
                                <m:r>
                                  <a:rPr lang="en-US" altLang="zh-CN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𝑊</m:t>
                                </m:r>
                                <m:r>
                                  <a:rPr lang="en-US" altLang="zh-CN" b="1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𝒛</m:t>
                                </m:r>
                                <m:r>
                                  <a:rPr lang="en-US" altLang="zh-CN" b="0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+</m:t>
                                </m:r>
                                <m:r>
                                  <a:rPr lang="en-US" altLang="zh-CN" b="1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𝝁</m:t>
                                </m:r>
                              </m:oMath>
                            </m:oMathPara>
                          </a14:m>
                          <a:endParaRPr lang="zh-CN" altLang="en-US" b="1"/>
                        </a:p>
                      </a:txBody>
                      <a:tcPr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tcPr>
                    </a:tc>
                  </a:tr>
                  <a:tr h="381000"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solidFill>
                                <a:schemeClr val="tx1"/>
                              </a:solidFill>
                            </a:rPr>
                            <a:t>PPCA</a:t>
                          </a:r>
                          <a:endParaRPr lang="en-US" altLang="zh-CN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b="1" i="1">
                                    <a:solidFill>
                                      <a:schemeClr val="tx1"/>
                                    </a:solidFill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𝒙</m:t>
                                </m:r>
                                <m:r>
                                  <a:rPr lang="en-US" altLang="zh-CN" i="1">
                                    <a:solidFill>
                                      <a:schemeClr val="tx1"/>
                                    </a:solidFill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=</m:t>
                                </m:r>
                                <m:r>
                                  <a:rPr lang="en-US" altLang="zh-CN" i="1">
                                    <a:solidFill>
                                      <a:schemeClr val="tx1"/>
                                    </a:solidFill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𝑊</m:t>
                                </m:r>
                                <m:r>
                                  <a:rPr lang="en-US" altLang="zh-CN" b="1" i="1">
                                    <a:solidFill>
                                      <a:schemeClr val="tx1"/>
                                    </a:solidFill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𝒛</m:t>
                                </m:r>
                                <m:r>
                                  <a:rPr lang="en-US" altLang="zh-CN" i="1">
                                    <a:solidFill>
                                      <a:schemeClr val="tx1"/>
                                    </a:solidFill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+</m:t>
                                </m:r>
                                <m:r>
                                  <a:rPr lang="en-US" altLang="zh-CN" b="1" i="1">
                                    <a:solidFill>
                                      <a:schemeClr val="tx1"/>
                                    </a:solidFill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𝝁</m:t>
                                </m:r>
                                <m:r>
                                  <a:rPr lang="en-US" altLang="zh-CN" i="1">
                                    <a:solidFill>
                                      <a:schemeClr val="tx1"/>
                                    </a:solidFill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+</m:t>
                                </m:r>
                                <m:r>
                                  <a:rPr lang="en-US" altLang="zh-CN" b="1" i="1">
                                    <a:solidFill>
                                      <a:schemeClr val="tx1"/>
                                    </a:solidFill>
                                    <a:latin typeface="Cambria Math" panose="02040503050406030204" charset="0"/>
                                    <a:ea typeface="MS Mincho" charset="0"/>
                                    <a:cs typeface="Cambria Math" panose="02040503050406030204" charset="0"/>
                                  </a:rPr>
                                  <m:t>𝜺</m:t>
                                </m:r>
                              </m:oMath>
                            </m:oMathPara>
                          </a14:m>
                          <a:endParaRPr lang="en-US" altLang="zh-CN" b="1" i="1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endParaRPr>
                        </a:p>
                      </a:txBody>
                      <a:tcPr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tcPr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表格 5"/>
              <p:cNvGraphicFramePr/>
              <p:nvPr/>
            </p:nvGraphicFramePr>
            <p:xfrm>
              <a:off x="2941955" y="899160"/>
              <a:ext cx="8533130" cy="1143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266565"/>
                    <a:gridCol w="4266565"/>
                  </a:tblGrid>
                  <a:tr h="381000"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/>
                            <a:t>Method</a:t>
                          </a:r>
                          <a:endParaRPr lang="en-US" altLang="zh-CN"/>
                        </a:p>
                      </a:txBody>
                      <a:tcPr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/>
                            <a:t>Assumption</a:t>
                          </a:r>
                          <a:endParaRPr lang="en-US" altLang="zh-CN"/>
                        </a:p>
                      </a:txBody>
                      <a:tcPr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tcPr>
                    </a:tc>
                  </a:tr>
                  <a:tr h="381000"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/>
                            <a:t>PCA</a:t>
                          </a:r>
                          <a:endParaRPr lang="en-US" altLang="zh-CN"/>
                        </a:p>
                      </a:txBody>
                      <a:tcPr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1"/>
                        </a:blipFill>
                      </a:tcPr>
                    </a:tc>
                  </a:tr>
                  <a:tr h="381000"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solidFill>
                                <a:schemeClr val="tx1"/>
                              </a:solidFill>
                            </a:rPr>
                            <a:t>PPCA</a:t>
                          </a:r>
                          <a:endParaRPr lang="en-US" altLang="zh-CN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1"/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p:cxnSp>
        <p:nvCxnSpPr>
          <p:cNvPr id="7" name="直接箭头连接符 6"/>
          <p:cNvCxnSpPr/>
          <p:nvPr/>
        </p:nvCxnSpPr>
        <p:spPr>
          <a:xfrm flipH="1">
            <a:off x="7851140" y="1944370"/>
            <a:ext cx="1384935" cy="38354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文本框 7"/>
              <p:cNvSpPr txBox="1"/>
              <p:nvPr/>
            </p:nvSpPr>
            <p:spPr>
              <a:xfrm>
                <a:off x="6292850" y="2315210"/>
                <a:ext cx="2021840" cy="368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>
                          <a:latin typeface="Cambria Math" panose="02040503050406030204" charset="0"/>
                          <a:cs typeface="Cambria Math" panose="02040503050406030204" charset="0"/>
                        </a:rPr>
                        <m:t>𝒛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~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𝑁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(</m:t>
                      </m:r>
                      <m:r>
                        <a:rPr lang="en-US" altLang="zh-CN" b="1" i="1">
                          <a:latin typeface="Cambria Math" panose="02040503050406030204" charset="0"/>
                          <a:cs typeface="Cambria Math" panose="02040503050406030204" charset="0"/>
                        </a:rPr>
                        <m:t>𝟎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,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𝐼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𝑑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)</m:t>
                      </m:r>
                    </m:oMath>
                  </m:oMathPara>
                </a14:m>
                <a:endParaRPr lang="en-US" altLang="zh-CN"/>
              </a:p>
            </p:txBody>
          </p:sp>
        </mc:Choice>
        <mc:Fallback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92850" y="2315210"/>
                <a:ext cx="2021840" cy="368300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直接箭头连接符 8"/>
          <p:cNvCxnSpPr/>
          <p:nvPr/>
        </p:nvCxnSpPr>
        <p:spPr>
          <a:xfrm flipH="1">
            <a:off x="9551670" y="1944370"/>
            <a:ext cx="513080" cy="37084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文本框 9"/>
              <p:cNvSpPr txBox="1"/>
              <p:nvPr/>
            </p:nvSpPr>
            <p:spPr>
              <a:xfrm>
                <a:off x="8277225" y="2317115"/>
                <a:ext cx="2590800" cy="3879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>
                          <a:latin typeface="Cambria Math" panose="02040503050406030204" charset="0"/>
                          <a:cs typeface="Cambria Math" panose="02040503050406030204" charset="0"/>
                        </a:rPr>
                        <m:t>𝜺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~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𝑁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(</m:t>
                      </m:r>
                      <m:r>
                        <a:rPr lang="en-US" altLang="zh-CN" b="1" i="1">
                          <a:latin typeface="Cambria Math" panose="02040503050406030204" charset="0"/>
                          <a:cs typeface="Cambria Math" panose="02040503050406030204" charset="0"/>
                        </a:rPr>
                        <m:t>𝟎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,</m:t>
                      </m:r>
                      <m:sSup>
                        <m:sSup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𝜎</m:t>
                          </m:r>
                        </m:e>
                        <m:sup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2</m:t>
                          </m:r>
                        </m:sup>
                      </m:sSup>
                      <m:sSub>
                        <m:sSub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𝐼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𝑝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)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10" name="文本框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77225" y="2317115"/>
                <a:ext cx="2590800" cy="387985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文本框 10"/>
              <p:cNvSpPr txBox="1"/>
              <p:nvPr/>
            </p:nvSpPr>
            <p:spPr>
              <a:xfrm>
                <a:off x="6292850" y="2808605"/>
                <a:ext cx="4056380" cy="3879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>
                          <a:latin typeface="Cambria Math" panose="02040503050406030204" charset="0"/>
                          <a:cs typeface="Cambria Math" panose="02040503050406030204" charset="0"/>
                        </a:rPr>
                        <m:t>𝒙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|</m:t>
                      </m:r>
                      <m:r>
                        <a:rPr lang="en-US" altLang="zh-CN" b="1" i="1">
                          <a:latin typeface="Cambria Math" panose="02040503050406030204" charset="0"/>
                          <a:cs typeface="Cambria Math" panose="02040503050406030204" charset="0"/>
                        </a:rPr>
                        <m:t>𝒛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~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𝑁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(</m:t>
                      </m:r>
                      <m:r>
                        <a:rPr lang="en-US" altLang="zh-CN" b="1" i="1">
                          <a:latin typeface="Cambria Math" panose="02040503050406030204" charset="0"/>
                          <a:cs typeface="Cambria Math" panose="02040503050406030204" charset="0"/>
                        </a:rPr>
                        <m:t>𝟎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,</m:t>
                      </m:r>
                      <m:sSup>
                        <m:sSup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𝜎</m:t>
                          </m:r>
                        </m:e>
                        <m:sup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2</m:t>
                          </m:r>
                        </m:sup>
                      </m:sSup>
                      <m:sSub>
                        <m:sSub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𝐼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𝑝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)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11" name="文本框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92850" y="2808605"/>
                <a:ext cx="4056380" cy="387985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直接箭头连接符 11"/>
          <p:cNvCxnSpPr/>
          <p:nvPr/>
        </p:nvCxnSpPr>
        <p:spPr>
          <a:xfrm>
            <a:off x="7665720" y="2636520"/>
            <a:ext cx="234950" cy="19812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3" name="直接箭头连接符 12"/>
          <p:cNvCxnSpPr/>
          <p:nvPr/>
        </p:nvCxnSpPr>
        <p:spPr>
          <a:xfrm flipH="1">
            <a:off x="8803640" y="2636520"/>
            <a:ext cx="432435" cy="21018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文本框 13"/>
              <p:cNvSpPr txBox="1"/>
              <p:nvPr/>
            </p:nvSpPr>
            <p:spPr>
              <a:xfrm>
                <a:off x="475615" y="3255010"/>
                <a:ext cx="12241530" cy="1007745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p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𝑝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(</m:t>
                    </m:r>
                    <m:r>
                      <a:rPr lang="en-US" altLang="zh-CN" b="1" i="1">
                        <a:latin typeface="Cambria Math" panose="02040503050406030204" charset="0"/>
                        <a:cs typeface="Cambria Math" panose="02040503050406030204" charset="0"/>
                      </a:rPr>
                      <m:t>𝒙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)=</m:t>
                    </m:r>
                    <m:nary>
                      <m:naryPr>
                        <m:limLoc m:val="undOvr"/>
                        <m:subHide m:val="on"/>
                        <m:supHide m:val="on"/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𝑝</m:t>
                        </m:r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(</m:t>
                        </m:r>
                        <m:r>
                          <a:rPr lang="en-US" altLang="zh-CN" b="1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𝒙</m:t>
                        </m:r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|</m:t>
                        </m:r>
                        <m:r>
                          <a:rPr lang="en-US" altLang="zh-CN" b="1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𝒛</m:t>
                        </m:r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)</m:t>
                        </m:r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𝑝</m:t>
                        </m:r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(</m:t>
                        </m:r>
                        <m:r>
                          <a:rPr lang="en-US" altLang="zh-CN" b="1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𝒛</m:t>
                        </m:r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)</m:t>
                        </m:r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𝑑</m:t>
                        </m:r>
                        <m:r>
                          <a:rPr lang="en-US" altLang="zh-CN" b="1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𝒛</m:t>
                        </m:r>
                      </m:e>
                    </m:nary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=</m:t>
                    </m:r>
                    <m:sSup>
                      <m:sSup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(</m:t>
                        </m:r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2</m:t>
                        </m:r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𝜋</m:t>
                        </m:r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)</m:t>
                        </m:r>
                      </m:e>
                      <m:sup>
                        <m:f>
                          <m:fPr>
                            <m:ctrlP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fPr>
                          <m:num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−</m:t>
                            </m:r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𝑑</m:t>
                            </m:r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−</m:t>
                            </m:r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𝑞</m:t>
                            </m:r>
                          </m:num>
                          <m:den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2</m:t>
                            </m:r>
                          </m:den>
                        </m:f>
                      </m:sup>
                    </m:sSup>
                    <m:f>
                      <m:f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1</m:t>
                        </m:r>
                      </m:num>
                      <m:den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𝜎</m:t>
                        </m:r>
                      </m:den>
                    </m:f>
                    <m:nary>
                      <m:naryPr>
                        <m:limLoc m:val="undOvr"/>
                        <m:subHide m:val="on"/>
                        <m:supHide m:val="on"/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𝑒𝑥𝑝</m:t>
                        </m:r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(</m:t>
                        </m:r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−</m:t>
                        </m:r>
                        <m:f>
                          <m:fPr>
                            <m:ctrlP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fPr>
                          <m:num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2</m:t>
                            </m:r>
                          </m:den>
                        </m:f>
                        <m:sSup>
                          <m:sSupPr>
                            <m:ctrlP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(</m:t>
                            </m:r>
                            <m:r>
                              <a:rPr lang="en-US" altLang="zh-CN" b="1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𝒕</m:t>
                            </m:r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−</m:t>
                            </m:r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𝑊</m:t>
                            </m:r>
                            <m:r>
                              <a:rPr lang="en-US" altLang="zh-CN" b="1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𝒙</m:t>
                            </m:r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−</m:t>
                            </m:r>
                            <m:r>
                              <a:rPr lang="en-US" altLang="zh-CN" b="1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𝝁</m:t>
                            </m:r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𝑇</m:t>
                            </m:r>
                          </m:sup>
                        </m:sSup>
                        <m:sSup>
                          <m:sSupPr>
                            <m:ctrlP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(</m:t>
                            </m:r>
                            <m:sSup>
                              <m:sSupPr>
                                <m:ctrlPr>
                                  <a:rPr lang="en-US" altLang="zh-CN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𝜎</m:t>
                                </m:r>
                              </m:e>
                              <m:sup>
                                <m:r>
                                  <a:rPr lang="en-US" altLang="zh-CN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𝐼</m:t>
                            </m:r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−</m:t>
                            </m:r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1</m:t>
                            </m:r>
                          </m:sup>
                        </m:sSup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(</m:t>
                        </m:r>
                        <m:r>
                          <a:rPr lang="en-US" altLang="zh-CN" b="1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𝒕</m:t>
                        </m:r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−</m:t>
                        </m:r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𝑊</m:t>
                        </m:r>
                        <m:r>
                          <a:rPr lang="en-US" altLang="zh-CN" b="1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𝒙</m:t>
                        </m:r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−</m:t>
                        </m:r>
                        <m:r>
                          <a:rPr lang="en-US" altLang="zh-CN" b="1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𝝁</m:t>
                        </m:r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)</m:t>
                        </m:r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−</m:t>
                        </m:r>
                        <m:f>
                          <m:fPr>
                            <m:ctrlP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fPr>
                          <m:num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2</m:t>
                            </m:r>
                          </m:den>
                        </m:f>
                        <m:sSup>
                          <m:sSupPr>
                            <m:ctrlP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sSupPr>
                          <m:e>
                            <m:r>
                              <a:rPr lang="en-US" altLang="zh-CN" b="1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𝒙</m:t>
                            </m:r>
                          </m:e>
                          <m:sup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𝑇</m:t>
                            </m:r>
                          </m:sup>
                        </m:sSup>
                        <m:r>
                          <a:rPr lang="en-US" altLang="zh-CN" b="1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𝒙</m:t>
                        </m:r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)</m:t>
                        </m:r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𝑑</m:t>
                        </m:r>
                        <m:r>
                          <a:rPr lang="en-US" altLang="zh-CN" b="1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𝒙</m:t>
                        </m:r>
                      </m:e>
                    </m:nary>
                  </m:oMath>
                </a14:m>
                <a:endParaRPr lang="en-US" altLang="zh-CN" i="1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</a:rPr>
                  <a:t>          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=</m:t>
                    </m:r>
                    <m:sSup>
                      <m:sSup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(</m:t>
                        </m:r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2</m:t>
                        </m:r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𝜋</m:t>
                        </m:r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)</m:t>
                        </m:r>
                      </m:e>
                      <m:sup>
                        <m:f>
                          <m:fPr>
                            <m:ctrlP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fPr>
                          <m:num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−</m:t>
                            </m:r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𝑑</m:t>
                            </m:r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−</m:t>
                            </m:r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𝑞</m:t>
                            </m:r>
                          </m:num>
                          <m:den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2</m:t>
                            </m:r>
                          </m:den>
                        </m:f>
                      </m:sup>
                    </m:sSup>
                    <m:f>
                      <m:f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1</m:t>
                        </m:r>
                      </m:num>
                      <m:den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𝜎</m:t>
                        </m:r>
                      </m:den>
                    </m:f>
                    <m:nary>
                      <m:naryPr>
                        <m:limLoc m:val="undOvr"/>
                        <m:subHide m:val="on"/>
                        <m:supHide m:val="on"/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𝑒𝑥𝑝</m:t>
                        </m:r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(</m:t>
                        </m:r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−</m:t>
                        </m:r>
                        <m:f>
                          <m:fPr>
                            <m:ctrlP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fPr>
                          <m:num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2</m:t>
                            </m:r>
                            <m:sSup>
                              <m:sSupPr>
                                <m:ctrlPr>
                                  <a:rPr lang="en-US" altLang="zh-CN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𝜎</m:t>
                                </m:r>
                              </m:e>
                              <m:sup>
                                <m:r>
                                  <a:rPr lang="en-US" altLang="zh-CN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(</m:t>
                        </m:r>
                        <m:sSup>
                          <m:sSupPr>
                            <m:ctrlP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sSupPr>
                          <m:e>
                            <m:r>
                              <a:rPr lang="en-US" altLang="zh-CN" b="1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𝒙</m:t>
                            </m:r>
                          </m:e>
                          <m:sup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𝑇</m:t>
                            </m:r>
                          </m:sup>
                        </m:sSup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(</m:t>
                        </m:r>
                        <m:sSup>
                          <m:sSupPr>
                            <m:ctrlP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𝐼</m:t>
                        </m:r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−</m:t>
                        </m:r>
                        <m:sSup>
                          <m:sSupPr>
                            <m:ctrlP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𝑊</m:t>
                            </m:r>
                          </m:e>
                          <m:sup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𝑇</m:t>
                            </m:r>
                          </m:sup>
                        </m:sSup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𝑊</m:t>
                        </m:r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)</m:t>
                        </m:r>
                        <m:r>
                          <a:rPr lang="en-US" altLang="zh-CN" b="1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𝒙</m:t>
                        </m:r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−</m:t>
                        </m:r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2</m:t>
                        </m:r>
                        <m:sSup>
                          <m:sSupPr>
                            <m:ctrlP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(</m:t>
                            </m:r>
                            <m:r>
                              <a:rPr lang="en-US" altLang="zh-CN" b="1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𝝁</m:t>
                            </m:r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−</m:t>
                            </m:r>
                            <m:r>
                              <a:rPr lang="en-US" altLang="zh-CN" b="1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𝒕</m:t>
                            </m:r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𝑇</m:t>
                            </m:r>
                          </m:sup>
                        </m:sSup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𝑊</m:t>
                        </m:r>
                        <m:r>
                          <a:rPr lang="en-US" altLang="zh-CN" b="1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𝒙</m:t>
                        </m:r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(</m:t>
                            </m:r>
                            <m:r>
                              <a:rPr lang="en-US" altLang="zh-CN" b="1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𝒕</m:t>
                            </m:r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−</m:t>
                            </m:r>
                            <m:r>
                              <a:rPr lang="en-US" altLang="zh-CN" b="1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𝝁</m:t>
                            </m:r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𝑇</m:t>
                            </m:r>
                          </m:sup>
                        </m:sSup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(</m:t>
                        </m:r>
                        <m:r>
                          <a:rPr lang="en-US" altLang="zh-CN" b="1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𝒕</m:t>
                        </m:r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−</m:t>
                        </m:r>
                        <m:r>
                          <a:rPr lang="en-US" altLang="zh-CN" b="1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𝝁</m:t>
                        </m:r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)))</m:t>
                        </m:r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𝑑</m:t>
                        </m:r>
                        <m:r>
                          <a:rPr lang="en-US" altLang="zh-CN" b="1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𝒙</m:t>
                        </m:r>
                      </m:e>
                    </m:nary>
                  </m:oMath>
                </a14:m>
                <a:endParaRPr lang="en-US" altLang="zh-CN" i="1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endParaRPr lang="en-US" altLang="zh-CN"/>
              </a:p>
            </p:txBody>
          </p:sp>
        </mc:Choice>
        <mc:Fallback>
          <p:sp>
            <p:nvSpPr>
              <p:cNvPr id="14" name="文本框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5615" y="3255010"/>
                <a:ext cx="12241530" cy="1007745"/>
              </a:xfrm>
              <a:prstGeom prst="rect">
                <a:avLst/>
              </a:prstGeom>
              <a:blipFill rotWithShape="1">
                <a:blip r:embed="rId5"/>
                <a:stretch>
                  <a:fillRect b="-2010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文本框 14"/>
          <p:cNvSpPr txBox="1"/>
          <p:nvPr/>
        </p:nvSpPr>
        <p:spPr>
          <a:xfrm>
            <a:off x="352425" y="6551295"/>
            <a:ext cx="801814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hlinkClick r:id="rId6" action="ppaction://hlinkfile"/>
              </a:rPr>
              <a:t>Reference:https://andrewcharlesjones.github.io/journal/ppca.html</a:t>
            </a:r>
            <a:endParaRPr lang="en-US" altLang="zh-CN" sz="140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文本框 16"/>
              <p:cNvSpPr txBox="1"/>
              <p:nvPr/>
            </p:nvSpPr>
            <p:spPr>
              <a:xfrm>
                <a:off x="475615" y="4262755"/>
                <a:ext cx="7055485" cy="3784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/>
                  <a:t>Using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pPr>
                      <m:e>
                        <m:r>
                          <a:rPr lang="en-US" altLang="zh-CN" b="1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𝒙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𝑇</m:t>
                        </m:r>
                      </m:sup>
                    </m:sSup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𝐴</m:t>
                    </m:r>
                    <m:r>
                      <a:rPr lang="en-US" altLang="zh-CN" b="1" i="1">
                        <a:latin typeface="Cambria Math" panose="02040503050406030204" charset="0"/>
                        <a:cs typeface="Cambria Math" panose="02040503050406030204" charset="0"/>
                      </a:rPr>
                      <m:t>𝒙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−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2</m:t>
                    </m:r>
                    <m:sSup>
                      <m:sSup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pPr>
                      <m:e>
                        <m:r>
                          <a:rPr lang="en-US" altLang="zh-CN" b="1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𝒃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𝑇</m:t>
                        </m:r>
                      </m:sup>
                    </m:sSup>
                    <m:r>
                      <a:rPr lang="en-US" altLang="zh-CN" b="1" i="1">
                        <a:latin typeface="Cambria Math" panose="02040503050406030204" charset="0"/>
                        <a:cs typeface="Cambria Math" panose="02040503050406030204" charset="0"/>
                      </a:rPr>
                      <m:t>𝒙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=</m:t>
                    </m:r>
                    <m:sSup>
                      <m:sSup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(</m:t>
                        </m:r>
                        <m:r>
                          <a:rPr lang="en-US" altLang="zh-CN" b="1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𝒙</m:t>
                        </m:r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−</m:t>
                        </m:r>
                        <m:sSup>
                          <m:sSupPr>
                            <m:ctrlP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𝐴</m:t>
                            </m:r>
                          </m:e>
                          <m:sup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−</m:t>
                            </m:r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1</m:t>
                            </m:r>
                          </m:sup>
                        </m:sSup>
                        <m:r>
                          <a:rPr lang="en-US" altLang="zh-CN" b="1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𝒃</m:t>
                        </m:r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)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𝑇</m:t>
                        </m:r>
                      </m:sup>
                    </m:sSup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𝐴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(</m:t>
                    </m:r>
                    <m:r>
                      <a:rPr lang="en-US" altLang="zh-CN" b="1" i="1">
                        <a:latin typeface="Cambria Math" panose="02040503050406030204" charset="0"/>
                        <a:cs typeface="Cambria Math" panose="02040503050406030204" charset="0"/>
                      </a:rPr>
                      <m:t>𝒙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−</m:t>
                    </m:r>
                    <m:sSup>
                      <m:sSup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𝐴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−</m:t>
                        </m:r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1</m:t>
                        </m:r>
                      </m:sup>
                    </m:sSup>
                    <m:r>
                      <a:rPr lang="en-US" altLang="zh-CN" b="1" i="1">
                        <a:latin typeface="Cambria Math" panose="02040503050406030204" charset="0"/>
                        <a:cs typeface="Cambria Math" panose="02040503050406030204" charset="0"/>
                      </a:rPr>
                      <m:t>𝒃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)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−</m:t>
                    </m:r>
                    <m:sSup>
                      <m:sSup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pPr>
                      <m:e>
                        <m:r>
                          <a:rPr lang="en-US" altLang="zh-CN" b="1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𝒃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𝑇</m:t>
                        </m:r>
                      </m:sup>
                    </m:sSup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𝐴</m:t>
                    </m:r>
                    <m:r>
                      <a:rPr lang="en-US" altLang="zh-CN" b="1" i="1">
                        <a:latin typeface="Cambria Math" panose="02040503050406030204" charset="0"/>
                        <a:cs typeface="Cambria Math" panose="02040503050406030204" charset="0"/>
                      </a:rPr>
                      <m:t>𝒃</m:t>
                    </m:r>
                  </m:oMath>
                </a14:m>
                <a:endParaRPr lang="en-US" altLang="zh-CN" b="1"/>
              </a:p>
            </p:txBody>
          </p:sp>
        </mc:Choice>
        <mc:Fallback>
          <p:sp>
            <p:nvSpPr>
              <p:cNvPr id="17" name="文本框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5615" y="4262755"/>
                <a:ext cx="7055485" cy="378460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文本框 17"/>
              <p:cNvSpPr txBox="1"/>
              <p:nvPr/>
            </p:nvSpPr>
            <p:spPr>
              <a:xfrm>
                <a:off x="475615" y="4684395"/>
                <a:ext cx="6856730" cy="3784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/>
                  <a:t>We finally have : </a:t>
                </a:r>
                <a14:m>
                  <m:oMath xmlns:m="http://schemas.openxmlformats.org/officeDocument/2006/math">
                    <m:r>
                      <a:rPr lang="en-US" altLang="zh-CN" b="1" i="1">
                        <a:latin typeface="Cambria Math" panose="02040503050406030204" charset="0"/>
                        <a:cs typeface="Cambria Math" panose="02040503050406030204" charset="0"/>
                      </a:rPr>
                      <m:t>𝒕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~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𝑁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(</m:t>
                    </m:r>
                    <m:r>
                      <a:rPr lang="en-US" altLang="zh-CN" b="1" i="1">
                        <a:latin typeface="Cambria Math" panose="02040503050406030204" charset="0"/>
                        <a:cs typeface="Cambria Math" panose="02040503050406030204" charset="0"/>
                      </a:rPr>
                      <m:t>𝝁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,</m:t>
                    </m:r>
                    <m:sSup>
                      <m:sSup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𝜎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2</m:t>
                        </m:r>
                      </m:sup>
                    </m:sSup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𝐼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+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𝑊</m:t>
                    </m:r>
                    <m:sSup>
                      <m:sSup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𝑊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𝑇</m:t>
                        </m:r>
                      </m:sup>
                    </m:sSup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)</m:t>
                    </m:r>
                  </m:oMath>
                </a14:m>
                <a:endParaRPr lang="en-US" altLang="zh-CN"/>
              </a:p>
            </p:txBody>
          </p:sp>
        </mc:Choice>
        <mc:Fallback>
          <p:sp>
            <p:nvSpPr>
              <p:cNvPr id="18" name="文本框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5615" y="4684395"/>
                <a:ext cx="6856730" cy="378460"/>
              </a:xfrm>
              <a:prstGeom prst="rect">
                <a:avLst/>
              </a:prstGeom>
              <a:blipFill rotWithShape="1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文本框 18"/>
              <p:cNvSpPr txBox="1"/>
              <p:nvPr/>
            </p:nvSpPr>
            <p:spPr>
              <a:xfrm>
                <a:off x="475615" y="5106035"/>
                <a:ext cx="10348595" cy="3784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/>
                  <a:t>Using Bayes' formula,we have :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 </m:t>
                    </m:r>
                    <m:r>
                      <a:rPr lang="en-US" altLang="zh-CN" b="1" i="1">
                        <a:latin typeface="Cambria Math" panose="02040503050406030204" charset="0"/>
                        <a:cs typeface="Cambria Math" panose="02040503050406030204" charset="0"/>
                      </a:rPr>
                      <m:t>𝒙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|</m:t>
                    </m:r>
                    <m:r>
                      <a:rPr lang="en-US" altLang="zh-CN" b="1" i="1">
                        <a:latin typeface="Cambria Math" panose="02040503050406030204" charset="0"/>
                        <a:cs typeface="Cambria Math" panose="02040503050406030204" charset="0"/>
                      </a:rPr>
                      <m:t>𝒕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~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𝑁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(</m:t>
                    </m:r>
                    <m:sSup>
                      <m:sSup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(</m:t>
                        </m:r>
                        <m:sSup>
                          <m:sSupPr>
                            <m:ctrlP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𝐼</m:t>
                        </m:r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𝑊</m:t>
                            </m:r>
                          </m:e>
                          <m:sup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𝑇</m:t>
                            </m:r>
                          </m:sup>
                        </m:sSup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𝑊</m:t>
                        </m:r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)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−</m:t>
                        </m:r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1</m:t>
                        </m:r>
                      </m:sup>
                    </m:sSup>
                    <m:sSup>
                      <m:sSup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𝑊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𝑇</m:t>
                        </m:r>
                      </m:sup>
                    </m:sSup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(</m:t>
                    </m:r>
                    <m:r>
                      <a:rPr lang="en-US" altLang="zh-CN" b="1" i="1">
                        <a:latin typeface="Cambria Math" panose="02040503050406030204" charset="0"/>
                        <a:cs typeface="Cambria Math" panose="02040503050406030204" charset="0"/>
                      </a:rPr>
                      <m:t>𝒕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−</m:t>
                    </m:r>
                    <m:r>
                      <a:rPr lang="en-US" altLang="zh-CN" b="1" i="1">
                        <a:latin typeface="Cambria Math" panose="02040503050406030204" charset="0"/>
                        <a:cs typeface="Cambria Math" panose="02040503050406030204" charset="0"/>
                      </a:rPr>
                      <m:t>𝝁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),</m:t>
                    </m:r>
                    <m:sSup>
                      <m:sSup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𝜎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2</m:t>
                        </m:r>
                      </m:sup>
                    </m:sSup>
                    <m:sSup>
                      <m:sSup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(</m:t>
                        </m:r>
                        <m:sSup>
                          <m:sSupPr>
                            <m:ctrlP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𝐼</m:t>
                        </m:r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𝑊</m:t>
                            </m:r>
                          </m:e>
                          <m:sup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𝑇</m:t>
                            </m:r>
                          </m:sup>
                        </m:sSup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𝑊</m:t>
                        </m:r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)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−</m:t>
                        </m:r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1</m:t>
                        </m:r>
                      </m:sup>
                    </m:sSup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)</m:t>
                    </m:r>
                  </m:oMath>
                </a14:m>
                <a:endParaRPr lang="en-US" altLang="zh-CN"/>
              </a:p>
            </p:txBody>
          </p:sp>
        </mc:Choice>
        <mc:Fallback>
          <p:sp>
            <p:nvSpPr>
              <p:cNvPr id="19" name="文本框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5615" y="5106035"/>
                <a:ext cx="10348595" cy="378460"/>
              </a:xfrm>
              <a:prstGeom prst="rect">
                <a:avLst/>
              </a:prstGeom>
              <a:blipFill rotWithShape="1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文本框 19"/>
              <p:cNvSpPr txBox="1"/>
              <p:nvPr/>
            </p:nvSpPr>
            <p:spPr>
              <a:xfrm>
                <a:off x="475615" y="5527675"/>
                <a:ext cx="11128375" cy="4324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/>
                  <a:t>Using MLE and EM,the final result is : </a:t>
                </a:r>
                <a14:m>
                  <m:oMath xmlns:m="http://schemas.openxmlformats.org/officeDocument/2006/math"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𝑊</m:t>
                    </m:r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=[</m:t>
                    </m:r>
                    <m:nary>
                      <m:naryPr>
                        <m:chr m:val="∑"/>
                        <m:limLoc m:val="undOvr"/>
                        <m:ctrlP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naryPr>
                      <m:sub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𝑖</m:t>
                        </m:r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=</m:t>
                        </m:r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1</m:t>
                        </m:r>
                      </m:sub>
                      <m:sup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𝑛</m:t>
                        </m:r>
                      </m:sup>
                      <m:e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CN" b="1" i="1">
                                <a:solidFill>
                                  <a:srgbClr val="FF0000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lang="en-US" altLang="zh-CN" b="1" i="1">
                                <a:solidFill>
                                  <a:srgbClr val="FF0000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𝒕</m:t>
                            </m:r>
                          </m:e>
                          <m:sub>
                            <m:r>
                              <a:rPr lang="en-US" altLang="zh-CN" b="1" i="1">
                                <a:solidFill>
                                  <a:srgbClr val="FF0000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𝒊</m:t>
                            </m:r>
                          </m:sub>
                        </m:sSub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−</m:t>
                        </m:r>
                        <m:r>
                          <a:rPr lang="en-US" altLang="zh-CN" b="1" i="1">
                            <a:solidFill>
                              <a:srgbClr val="FF0000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𝝁</m:t>
                        </m:r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)</m:t>
                        </m:r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𝐸</m:t>
                        </m:r>
                        <m:sSup>
                          <m:sSupPr>
                            <m:ctrlP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altLang="zh-CN" b="1" i="1">
                                    <a:solidFill>
                                      <a:srgbClr val="FF0000"/>
                                    </a:solidFill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1" i="1">
                                    <a:solidFill>
                                      <a:srgbClr val="FF0000"/>
                                    </a:solidFill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en-US" altLang="zh-CN" b="1" i="1">
                                    <a:solidFill>
                                      <a:srgbClr val="FF0000"/>
                                    </a:solidFill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𝒊</m:t>
                                </m:r>
                              </m:sub>
                            </m:sSub>
                            <m: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𝑇</m:t>
                            </m:r>
                          </m:sup>
                        </m:sSup>
                      </m:e>
                    </m:nary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]</m:t>
                    </m:r>
                    <m:sSup>
                      <m:sSupPr>
                        <m:ctrlP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pPr>
                      <m:e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[</m:t>
                        </m:r>
                        <m:nary>
                          <m:naryPr>
                            <m:chr m:val="∑"/>
                            <m:limLoc m:val="undOvr"/>
                            <m:ctrlP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naryPr>
                          <m:sub>
                            <m: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𝑖</m:t>
                            </m:r>
                            <m: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=</m:t>
                            </m:r>
                            <m: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𝑛</m:t>
                            </m:r>
                          </m:sup>
                          <m:e>
                            <m: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𝐸</m:t>
                            </m:r>
                            <m: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altLang="zh-CN" b="1" i="1">
                                    <a:solidFill>
                                      <a:srgbClr val="FF0000"/>
                                    </a:solidFill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1" i="1">
                                    <a:solidFill>
                                      <a:srgbClr val="FF0000"/>
                                    </a:solidFill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en-US" altLang="zh-CN" b="1" i="1">
                                    <a:solidFill>
                                      <a:srgbClr val="FF0000"/>
                                    </a:solidFill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𝒊</m:t>
                                </m:r>
                              </m:sub>
                            </m:sSub>
                            <m:sSubSup>
                              <m:sSubSupPr>
                                <m:ctrlPr>
                                  <a:rPr lang="en-US" altLang="zh-CN" i="1">
                                    <a:solidFill>
                                      <a:srgbClr val="FF0000"/>
                                    </a:solidFill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b="1" i="1">
                                    <a:solidFill>
                                      <a:srgbClr val="FF0000"/>
                                    </a:solidFill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en-US" altLang="zh-CN" b="1" i="1">
                                    <a:solidFill>
                                      <a:srgbClr val="FF0000"/>
                                    </a:solidFill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𝒊</m:t>
                                </m:r>
                              </m:sub>
                              <m:sup>
                                <m:r>
                                  <a:rPr lang="en-US" altLang="zh-CN" i="1">
                                    <a:solidFill>
                                      <a:srgbClr val="FF0000"/>
                                    </a:solidFill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𝑇</m:t>
                                </m:r>
                              </m:sup>
                            </m:sSubSup>
                            <m: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)</m:t>
                            </m:r>
                          </m:e>
                        </m:nary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]</m:t>
                        </m:r>
                      </m:e>
                      <m:sup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−</m:t>
                        </m:r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1</m:t>
                        </m:r>
                      </m:sup>
                    </m:sSup>
                  </m:oMath>
                </a14:m>
                <a:endParaRPr lang="en-US" altLang="zh-CN" i="1">
                  <a:solidFill>
                    <a:srgbClr val="FF0000"/>
                  </a:solidFill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20" name="文本框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5615" y="5527675"/>
                <a:ext cx="11128375" cy="432435"/>
              </a:xfrm>
              <a:prstGeom prst="rect">
                <a:avLst/>
              </a:prstGeom>
              <a:blipFill rotWithShape="1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文本框 20"/>
              <p:cNvSpPr txBox="1"/>
              <p:nvPr/>
            </p:nvSpPr>
            <p:spPr>
              <a:xfrm>
                <a:off x="4302760" y="5949315"/>
                <a:ext cx="7826375" cy="692785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i="1">
                              <a:solidFill>
                                <a:srgbClr val="FF0000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solidFill>
                                <a:srgbClr val="FF0000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𝜎</m:t>
                          </m:r>
                        </m:e>
                        <m:sup>
                          <m:r>
                            <a:rPr lang="en-US" altLang="zh-CN" i="1">
                              <a:solidFill>
                                <a:srgbClr val="FF0000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i="1">
                          <a:solidFill>
                            <a:srgbClr val="FF0000"/>
                          </a:solidFill>
                          <a:latin typeface="Cambria Math" panose="02040503050406030204" charset="0"/>
                          <a:cs typeface="Cambria Math" panose="02040503050406030204" charset="0"/>
                        </a:rPr>
                        <m:t>=</m:t>
                      </m:r>
                      <m:r>
                        <a:rPr lang="en-US" altLang="zh-CN" i="1">
                          <a:solidFill>
                            <a:srgbClr val="FF0000"/>
                          </a:solidFill>
                          <a:latin typeface="Cambria Math" panose="02040503050406030204" charset="0"/>
                          <a:cs typeface="Cambria Math" panose="02040503050406030204" charset="0"/>
                        </a:rPr>
                        <m:t>−</m:t>
                      </m:r>
                      <m:f>
                        <m:fPr>
                          <m:ctrlPr>
                            <a:rPr lang="en-US" altLang="zh-CN" i="1">
                              <a:solidFill>
                                <a:srgbClr val="FF0000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solidFill>
                                <a:srgbClr val="FF0000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i="1">
                              <a:solidFill>
                                <a:srgbClr val="FF0000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𝑛𝑑</m:t>
                          </m:r>
                        </m:den>
                      </m:f>
                      <m:nary>
                        <m:naryPr>
                          <m:chr m:val="∑"/>
                          <m:limLoc m:val="subSup"/>
                          <m:ctrlPr>
                            <a:rPr lang="en-US" altLang="zh-CN" i="1">
                              <a:solidFill>
                                <a:srgbClr val="FF0000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naryPr>
                        <m:sub>
                          <m:r>
                            <a:rPr lang="en-US" altLang="zh-CN" i="1">
                              <a:solidFill>
                                <a:srgbClr val="FF0000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𝑖</m:t>
                          </m:r>
                          <m:r>
                            <a:rPr lang="en-US" altLang="zh-CN" i="1">
                              <a:solidFill>
                                <a:srgbClr val="FF0000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=</m:t>
                          </m:r>
                          <m:r>
                            <a:rPr lang="en-US" altLang="zh-CN" i="1">
                              <a:solidFill>
                                <a:srgbClr val="FF0000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zh-CN" i="1">
                              <a:solidFill>
                                <a:srgbClr val="FF0000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𝑛</m:t>
                          </m:r>
                        </m:sup>
                        <m:e>
                          <m:r>
                            <a:rPr lang="en-US" altLang="zh-CN" i="1">
                              <a:solidFill>
                                <a:srgbClr val="FF0000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[</m:t>
                          </m:r>
                          <m:sSup>
                            <m:sSupPr>
                              <m:ctrlPr>
                                <a:rPr lang="en-US" altLang="zh-CN" i="1">
                                  <a:solidFill>
                                    <a:srgbClr val="FF0000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>
                                  <a:solidFill>
                                    <a:srgbClr val="FF0000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altLang="zh-CN" b="1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1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𝒕</m:t>
                                  </m:r>
                                </m:e>
                                <m:sub>
                                  <m:r>
                                    <a:rPr lang="en-US" altLang="zh-CN" b="1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𝒊</m:t>
                                  </m:r>
                                </m:sub>
                              </m:sSub>
                              <m:r>
                                <a:rPr lang="en-US" altLang="zh-CN" i="1">
                                  <a:solidFill>
                                    <a:srgbClr val="FF0000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−</m:t>
                              </m:r>
                              <m:r>
                                <a:rPr lang="en-US" altLang="zh-CN" b="1" i="1">
                                  <a:solidFill>
                                    <a:srgbClr val="FF0000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𝝁</m:t>
                              </m:r>
                              <m:r>
                                <a:rPr lang="en-US" altLang="zh-CN" i="1">
                                  <a:solidFill>
                                    <a:srgbClr val="FF0000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altLang="zh-CN" i="1">
                                  <a:solidFill>
                                    <a:srgbClr val="FF0000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𝑇</m:t>
                              </m:r>
                            </m:sup>
                          </m:sSup>
                          <m:r>
                            <a:rPr lang="en-US" altLang="zh-CN" i="1">
                              <a:solidFill>
                                <a:srgbClr val="FF0000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altLang="zh-CN" b="1" i="1">
                                  <a:solidFill>
                                    <a:srgbClr val="FF0000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 i="1">
                                  <a:solidFill>
                                    <a:srgbClr val="FF0000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𝒕</m:t>
                              </m:r>
                            </m:e>
                            <m:sub>
                              <m:r>
                                <a:rPr lang="en-US" altLang="zh-CN" b="1" i="1">
                                  <a:solidFill>
                                    <a:srgbClr val="FF0000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𝒊</m:t>
                              </m:r>
                            </m:sub>
                          </m:sSub>
                          <m:r>
                            <a:rPr lang="en-US" altLang="zh-CN" i="1">
                              <a:solidFill>
                                <a:srgbClr val="FF0000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−</m:t>
                          </m:r>
                          <m:r>
                            <a:rPr lang="en-US" altLang="zh-CN" b="1" i="1">
                              <a:solidFill>
                                <a:srgbClr val="FF0000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𝝁</m:t>
                          </m:r>
                          <m:r>
                            <a:rPr lang="en-US" altLang="zh-CN" i="1">
                              <a:solidFill>
                                <a:srgbClr val="FF0000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)+</m:t>
                          </m:r>
                          <m:r>
                            <a:rPr lang="en-US" altLang="zh-CN" i="1">
                              <a:solidFill>
                                <a:srgbClr val="FF0000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2</m:t>
                          </m:r>
                          <m:r>
                            <a:rPr lang="en-US" altLang="zh-CN" i="1">
                              <a:solidFill>
                                <a:srgbClr val="FF0000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𝐸</m:t>
                          </m:r>
                          <m:sSup>
                            <m:sSupPr>
                              <m:ctrlPr>
                                <a:rPr lang="en-US" altLang="zh-CN" i="1">
                                  <a:solidFill>
                                    <a:srgbClr val="FF0000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>
                                  <a:solidFill>
                                    <a:srgbClr val="FF0000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altLang="zh-CN" b="1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1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altLang="zh-CN" b="1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𝒊</m:t>
                                  </m:r>
                                </m:sub>
                              </m:sSub>
                              <m:r>
                                <a:rPr lang="en-US" altLang="zh-CN" i="1">
                                  <a:solidFill>
                                    <a:srgbClr val="FF0000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altLang="zh-CN" i="1">
                                  <a:solidFill>
                                    <a:srgbClr val="FF0000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𝑇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altLang="zh-CN" i="1">
                                  <a:solidFill>
                                    <a:srgbClr val="FF0000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>
                                  <a:solidFill>
                                    <a:srgbClr val="FF0000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𝑊</m:t>
                              </m:r>
                            </m:e>
                            <m:sup>
                              <m:r>
                                <a:rPr lang="en-US" altLang="zh-CN" i="1">
                                  <a:solidFill>
                                    <a:srgbClr val="FF0000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𝑇</m:t>
                              </m:r>
                            </m:sup>
                          </m:sSup>
                          <m:r>
                            <a:rPr lang="en-US" altLang="zh-CN" i="1">
                              <a:solidFill>
                                <a:srgbClr val="FF0000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altLang="zh-CN" b="1" i="1">
                                  <a:solidFill>
                                    <a:srgbClr val="FF0000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 i="1">
                                  <a:solidFill>
                                    <a:srgbClr val="FF0000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𝒕</m:t>
                              </m:r>
                            </m:e>
                            <m:sub>
                              <m:r>
                                <a:rPr lang="en-US" altLang="zh-CN" b="1" i="1">
                                  <a:solidFill>
                                    <a:srgbClr val="FF0000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𝒊</m:t>
                              </m:r>
                            </m:sub>
                          </m:sSub>
                          <m:r>
                            <a:rPr lang="en-US" altLang="zh-CN" i="1">
                              <a:solidFill>
                                <a:srgbClr val="FF0000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−</m:t>
                          </m:r>
                          <m:r>
                            <a:rPr lang="en-US" altLang="zh-CN" b="1" i="1">
                              <a:solidFill>
                                <a:srgbClr val="FF0000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𝝁</m:t>
                          </m:r>
                          <m:r>
                            <a:rPr lang="en-US" altLang="zh-CN" i="1">
                              <a:solidFill>
                                <a:srgbClr val="FF0000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)</m:t>
                          </m:r>
                          <m:r>
                            <a:rPr lang="en-US" altLang="zh-CN" i="1">
                              <a:solidFill>
                                <a:srgbClr val="FF0000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−</m:t>
                          </m:r>
                          <m:r>
                            <a:rPr lang="en-US" altLang="zh-CN" i="1">
                              <a:solidFill>
                                <a:srgbClr val="FF0000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𝑡𝑟</m:t>
                          </m:r>
                          <m:r>
                            <a:rPr lang="en-US" altLang="zh-CN" i="1">
                              <a:solidFill>
                                <a:srgbClr val="FF0000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lang="en-US" altLang="zh-CN" i="1">
                                  <a:solidFill>
                                    <a:srgbClr val="FF0000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>
                                  <a:solidFill>
                                    <a:srgbClr val="FF0000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𝑊</m:t>
                              </m:r>
                            </m:e>
                            <m:sup>
                              <m:r>
                                <a:rPr lang="en-US" altLang="zh-CN" i="1">
                                  <a:solidFill>
                                    <a:srgbClr val="FF0000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𝑇</m:t>
                              </m:r>
                            </m:sup>
                          </m:sSup>
                          <m:r>
                            <a:rPr lang="en-US" altLang="zh-CN" i="1">
                              <a:solidFill>
                                <a:srgbClr val="FF0000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𝑊𝐸</m:t>
                          </m:r>
                          <m:r>
                            <a:rPr lang="en-US" altLang="zh-CN" i="1">
                              <a:solidFill>
                                <a:srgbClr val="FF0000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altLang="zh-CN" b="1" i="1">
                                  <a:solidFill>
                                    <a:srgbClr val="FF0000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 i="1">
                                  <a:solidFill>
                                    <a:srgbClr val="FF0000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altLang="zh-CN" b="1" i="1">
                                  <a:solidFill>
                                    <a:srgbClr val="FF0000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𝒊</m:t>
                              </m:r>
                            </m:sub>
                          </m:sSub>
                          <m:sSubSup>
                            <m:sSubSupPr>
                              <m:ctrlPr>
                                <a:rPr lang="en-US" altLang="zh-CN" i="1">
                                  <a:solidFill>
                                    <a:srgbClr val="FF0000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b="1" i="1">
                                  <a:solidFill>
                                    <a:srgbClr val="FF0000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altLang="zh-CN" b="1" i="1">
                                  <a:solidFill>
                                    <a:srgbClr val="FF0000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𝒊</m:t>
                              </m:r>
                            </m:sub>
                            <m:sup>
                              <m:r>
                                <a:rPr lang="en-US" altLang="zh-CN" i="1">
                                  <a:solidFill>
                                    <a:srgbClr val="FF0000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𝑇</m:t>
                              </m:r>
                            </m:sup>
                          </m:sSubSup>
                          <m:r>
                            <a:rPr lang="en-US" altLang="zh-CN" i="1">
                              <a:solidFill>
                                <a:srgbClr val="FF0000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))]</m:t>
                          </m:r>
                        </m:e>
                      </m:nary>
                    </m:oMath>
                  </m:oMathPara>
                </a14:m>
                <a:endParaRPr lang="en-US" altLang="zh-CN" i="1">
                  <a:solidFill>
                    <a:srgbClr val="FF0000"/>
                  </a:solidFill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21" name="文本框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2760" y="5949315"/>
                <a:ext cx="7826375" cy="692785"/>
              </a:xfrm>
              <a:prstGeom prst="rect">
                <a:avLst/>
              </a:prstGeom>
              <a:blipFill rotWithShape="1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2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3" name="文本框 42"/>
          <p:cNvSpPr txBox="1"/>
          <p:nvPr/>
        </p:nvSpPr>
        <p:spPr>
          <a:xfrm>
            <a:off x="-24765" y="-3175"/>
            <a:ext cx="12216130" cy="6927215"/>
          </a:xfrm>
          <a:prstGeom prst="rect">
            <a:avLst/>
          </a:prstGeom>
          <a:gradFill>
            <a:gsLst>
              <a:gs pos="0">
                <a:srgbClr val="D7F0FC"/>
              </a:gs>
              <a:gs pos="52000">
                <a:srgbClr val="FFEFDE"/>
              </a:gs>
              <a:gs pos="100000">
                <a:srgbClr val="FFDCFC"/>
              </a:gs>
            </a:gsLst>
            <a:lin ang="5400000" scaled="1"/>
          </a:gradFill>
        </p:spPr>
        <p:txBody>
          <a:bodyPr wrap="square" rtlCol="0">
            <a:noAutofit/>
          </a:bodyPr>
          <a:p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354965" y="315595"/>
            <a:ext cx="438277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KPCA</a:t>
            </a:r>
            <a:endParaRPr lang="en-US" altLang="zh-CN" sz="20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54965" y="760095"/>
            <a:ext cx="48571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Boundedness of PCA :</a:t>
            </a:r>
            <a:endParaRPr lang="en-US" altLang="zh-CN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354965" y="1198245"/>
            <a:ext cx="7647940" cy="6756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1) hard to divide in some situations (i.e. helix)</a:t>
            </a:r>
            <a:endParaRPr lang="en-US" altLang="zh-CN"/>
          </a:p>
          <a:p>
            <a:r>
              <a:rPr lang="en-US" altLang="zh-CN" sz="200"/>
              <a:t> </a:t>
            </a:r>
            <a:endParaRPr lang="en-US" altLang="zh-CN" sz="200"/>
          </a:p>
          <a:p>
            <a:r>
              <a:rPr lang="en-US" altLang="zh-CN"/>
              <a:t>2) only for linear relationship</a:t>
            </a:r>
            <a:endParaRPr lang="en-US" altLang="zh-CN"/>
          </a:p>
        </p:txBody>
      </p:sp>
      <p:pic>
        <p:nvPicPr>
          <p:cNvPr id="7" name="图片 6"/>
          <p:cNvPicPr/>
          <p:nvPr/>
        </p:nvPicPr>
        <p:blipFill>
          <a:blip r:embed="rId1"/>
          <a:stretch>
            <a:fillRect/>
          </a:stretch>
        </p:blipFill>
        <p:spPr>
          <a:xfrm>
            <a:off x="5407660" y="0"/>
            <a:ext cx="6790055" cy="2545715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8422640" y="673735"/>
            <a:ext cx="771525" cy="4603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p>
            <a:endParaRPr lang="en-US" altLang="zh-CN" sz="1200">
              <a:solidFill>
                <a:schemeClr val="accent4"/>
              </a:solidFill>
              <a:effectLst/>
            </a:endParaRPr>
          </a:p>
          <a:p>
            <a:r>
              <a:rPr lang="en-US" altLang="zh-CN" sz="1200">
                <a:solidFill>
                  <a:schemeClr val="accent4"/>
                </a:solidFill>
                <a:effectLst/>
              </a:rPr>
              <a:t>mapping</a:t>
            </a:r>
            <a:endParaRPr lang="en-US" altLang="zh-CN" sz="1200">
              <a:solidFill>
                <a:schemeClr val="accent4"/>
              </a:solidFill>
              <a:effectLst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9599930" y="2369185"/>
            <a:ext cx="2592070" cy="27559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p>
            <a:r>
              <a:rPr lang="en-US" altLang="zh-CN" sz="1200">
                <a:solidFill>
                  <a:schemeClr val="accent4"/>
                </a:solidFill>
                <a:effectLst/>
              </a:rPr>
              <a:t>easy to linearly divided</a:t>
            </a:r>
            <a:endParaRPr lang="en-US" altLang="zh-CN" sz="1200">
              <a:solidFill>
                <a:schemeClr val="accent4"/>
              </a:solidFill>
              <a:effectLst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文本框 9"/>
              <p:cNvSpPr txBox="1"/>
              <p:nvPr/>
            </p:nvSpPr>
            <p:spPr>
              <a:xfrm>
                <a:off x="354965" y="1873885"/>
                <a:ext cx="4815840" cy="3854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</a:bodyPr>
              <a:p>
                <a:r>
                  <a:rPr lang="en-US" altLang="zh-CN">
                    <a:solidFill>
                      <a:schemeClr val="accent1"/>
                    </a:solidFill>
                    <a:effectLst>
                      <a:outerShdw blurRad="38100" dist="25400" dir="5400000" algn="ctr" rotWithShape="0">
                        <a:srgbClr val="6E747A">
                          <a:alpha val="43000"/>
                        </a:srgbClr>
                      </a:outerShdw>
                    </a:effectLst>
                  </a:rPr>
                  <a:t>We have </a:t>
                </a:r>
                <a14:m>
                  <m:oMath xmlns:m="http://schemas.openxmlformats.org/officeDocument/2006/math">
                    <m:r>
                      <a:rPr lang="en-US" altLang="zh-CN" b="1" i="1">
                        <a:solidFill>
                          <a:schemeClr val="accent1"/>
                        </a:solidFill>
                        <a:effectLst>
                          <a:outerShdw blurRad="38100" dist="25400" dir="5400000" algn="ctr" rotWithShape="0">
                            <a:srgbClr val="6E747A">
                              <a:alpha val="43000"/>
                            </a:srgbClr>
                          </a:outerShdw>
                        </a:effectLst>
                        <a:latin typeface="Cambria Math" panose="02040503050406030204" charset="0"/>
                        <a:cs typeface="Cambria Math" panose="02040503050406030204" charset="0"/>
                      </a:rPr>
                      <m:t>𝑿</m:t>
                    </m:r>
                    <m:r>
                      <a:rPr lang="en-US" altLang="zh-CN" i="1">
                        <a:solidFill>
                          <a:schemeClr val="accent1"/>
                        </a:solidFill>
                        <a:effectLst>
                          <a:outerShdw blurRad="38100" dist="25400" dir="5400000" algn="ctr" rotWithShape="0">
                            <a:srgbClr val="6E747A">
                              <a:alpha val="43000"/>
                            </a:srgbClr>
                          </a:outerShdw>
                        </a:effectLst>
                        <a:latin typeface="Cambria Math" panose="02040503050406030204" charset="0"/>
                        <a:cs typeface="Cambria Math" panose="02040503050406030204" charset="0"/>
                      </a:rPr>
                      <m:t>=(</m:t>
                    </m:r>
                    <m:sSub>
                      <m:sSubPr>
                        <m:ctrlPr>
                          <a:rPr lang="en-US" altLang="zh-CN" b="1" i="1">
                            <a:solidFill>
                              <a:schemeClr val="accent1"/>
                            </a:solidFill>
                            <a:effectLst>
                              <a:outerShdw blurRad="38100" dist="25400" dir="5400000" algn="ctr" rotWithShape="0">
                                <a:srgbClr val="6E747A">
                                  <a:alpha val="43000"/>
                                </a:srgbClr>
                              </a:outerShdw>
                            </a:effectLst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b="1" i="1">
                            <a:solidFill>
                              <a:schemeClr val="accent1"/>
                            </a:solidFill>
                            <a:effectLst>
                              <a:outerShdw blurRad="38100" dist="25400" dir="5400000" algn="ctr" rotWithShape="0">
                                <a:srgbClr val="6E747A">
                                  <a:alpha val="43000"/>
                                </a:srgbClr>
                              </a:outerShdw>
                            </a:effectLst>
                            <a:latin typeface="Cambria Math" panose="02040503050406030204" charset="0"/>
                            <a:cs typeface="Cambria Math" panose="02040503050406030204" charset="0"/>
                          </a:rPr>
                          <m:t>𝒙</m:t>
                        </m:r>
                      </m:e>
                      <m:sub>
                        <m:r>
                          <a:rPr lang="en-US" altLang="zh-CN" b="1" i="1">
                            <a:solidFill>
                              <a:schemeClr val="accent1"/>
                            </a:solidFill>
                            <a:effectLst>
                              <a:outerShdw blurRad="38100" dist="25400" dir="5400000" algn="ctr" rotWithShape="0">
                                <a:srgbClr val="6E747A">
                                  <a:alpha val="43000"/>
                                </a:srgbClr>
                              </a:outerShdw>
                            </a:effectLst>
                            <a:latin typeface="Cambria Math" panose="02040503050406030204" charset="0"/>
                            <a:cs typeface="Cambria Math" panose="02040503050406030204" charset="0"/>
                          </a:rPr>
                          <m:t>𝟏</m:t>
                        </m:r>
                      </m:sub>
                    </m:sSub>
                    <m:r>
                      <a:rPr lang="en-US" altLang="zh-CN" i="1">
                        <a:solidFill>
                          <a:schemeClr val="accent1"/>
                        </a:solidFill>
                        <a:effectLst>
                          <a:outerShdw blurRad="38100" dist="25400" dir="5400000" algn="ctr" rotWithShape="0">
                            <a:srgbClr val="6E747A">
                              <a:alpha val="43000"/>
                            </a:srgbClr>
                          </a:outerShdw>
                        </a:effectLst>
                        <a:latin typeface="Cambria Math" panose="02040503050406030204" charset="0"/>
                        <a:cs typeface="Cambria Math" panose="02040503050406030204" charset="0"/>
                      </a:rPr>
                      <m:t> </m:t>
                    </m:r>
                    <m:sSub>
                      <m:sSubPr>
                        <m:ctrlPr>
                          <a:rPr lang="en-US" altLang="zh-CN" b="1" i="1">
                            <a:solidFill>
                              <a:schemeClr val="accent1"/>
                            </a:solidFill>
                            <a:effectLst>
                              <a:outerShdw blurRad="38100" dist="25400" dir="5400000" algn="ctr" rotWithShape="0">
                                <a:srgbClr val="6E747A">
                                  <a:alpha val="43000"/>
                                </a:srgbClr>
                              </a:outerShdw>
                            </a:effectLst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b="1" i="1">
                            <a:solidFill>
                              <a:schemeClr val="accent1"/>
                            </a:solidFill>
                            <a:effectLst>
                              <a:outerShdw blurRad="38100" dist="25400" dir="5400000" algn="ctr" rotWithShape="0">
                                <a:srgbClr val="6E747A">
                                  <a:alpha val="43000"/>
                                </a:srgbClr>
                              </a:outerShdw>
                            </a:effectLst>
                            <a:latin typeface="Cambria Math" panose="02040503050406030204" charset="0"/>
                            <a:cs typeface="Cambria Math" panose="02040503050406030204" charset="0"/>
                          </a:rPr>
                          <m:t>𝒙</m:t>
                        </m:r>
                      </m:e>
                      <m:sub>
                        <m:r>
                          <a:rPr lang="en-US" altLang="zh-CN" b="1" i="1">
                            <a:solidFill>
                              <a:schemeClr val="accent1"/>
                            </a:solidFill>
                            <a:effectLst>
                              <a:outerShdw blurRad="38100" dist="25400" dir="5400000" algn="ctr" rotWithShape="0">
                                <a:srgbClr val="6E747A">
                                  <a:alpha val="43000"/>
                                </a:srgbClr>
                              </a:outerShdw>
                            </a:effectLst>
                            <a:latin typeface="Cambria Math" panose="02040503050406030204" charset="0"/>
                            <a:cs typeface="Cambria Math" panose="02040503050406030204" charset="0"/>
                          </a:rPr>
                          <m:t>𝟐</m:t>
                        </m:r>
                      </m:sub>
                    </m:sSub>
                    <m:r>
                      <a:rPr lang="en-US" altLang="zh-CN" i="1">
                        <a:solidFill>
                          <a:schemeClr val="accent1"/>
                        </a:solidFill>
                        <a:effectLst>
                          <a:outerShdw blurRad="38100" dist="25400" dir="5400000" algn="ctr" rotWithShape="0">
                            <a:srgbClr val="6E747A">
                              <a:alpha val="43000"/>
                            </a:srgbClr>
                          </a:outerShdw>
                        </a:effectLst>
                        <a:latin typeface="Cambria Math" panose="02040503050406030204" charset="0"/>
                        <a:cs typeface="Cambria Math" panose="02040503050406030204" charset="0"/>
                      </a:rPr>
                      <m:t> </m:t>
                    </m:r>
                    <m:r>
                      <a:rPr lang="en-US" altLang="zh-CN" i="1">
                        <a:solidFill>
                          <a:schemeClr val="accent1"/>
                        </a:solidFill>
                        <a:effectLst>
                          <a:outerShdw blurRad="38100" dist="25400" dir="5400000" algn="ctr" rotWithShape="0">
                            <a:srgbClr val="6E747A">
                              <a:alpha val="43000"/>
                            </a:srgbClr>
                          </a:outerShdw>
                        </a:effectLst>
                        <a:latin typeface="Cambria Math" panose="02040503050406030204" charset="0"/>
                        <a:cs typeface="Cambria Math" panose="02040503050406030204" charset="0"/>
                      </a:rPr>
                      <m:t>⋯ </m:t>
                    </m:r>
                    <m:sSub>
                      <m:sSubPr>
                        <m:ctrlPr>
                          <a:rPr lang="en-US" altLang="zh-CN" b="1" i="1">
                            <a:solidFill>
                              <a:schemeClr val="accent1"/>
                            </a:solidFill>
                            <a:effectLst>
                              <a:outerShdw blurRad="38100" dist="25400" dir="5400000" algn="ctr" rotWithShape="0">
                                <a:srgbClr val="6E747A">
                                  <a:alpha val="43000"/>
                                </a:srgbClr>
                              </a:outerShdw>
                            </a:effectLst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b="1" i="1">
                            <a:solidFill>
                              <a:schemeClr val="accent1"/>
                            </a:solidFill>
                            <a:effectLst>
                              <a:outerShdw blurRad="38100" dist="25400" dir="5400000" algn="ctr" rotWithShape="0">
                                <a:srgbClr val="6E747A">
                                  <a:alpha val="43000"/>
                                </a:srgbClr>
                              </a:outerShdw>
                            </a:effectLst>
                            <a:latin typeface="Cambria Math" panose="02040503050406030204" charset="0"/>
                            <a:cs typeface="Cambria Math" panose="02040503050406030204" charset="0"/>
                          </a:rPr>
                          <m:t>𝒙</m:t>
                        </m:r>
                      </m:e>
                      <m:sub>
                        <m:r>
                          <a:rPr lang="en-US" altLang="zh-CN" b="1" i="1">
                            <a:solidFill>
                              <a:schemeClr val="accent1"/>
                            </a:solidFill>
                            <a:effectLst>
                              <a:outerShdw blurRad="38100" dist="25400" dir="5400000" algn="ctr" rotWithShape="0">
                                <a:srgbClr val="6E747A">
                                  <a:alpha val="43000"/>
                                </a:srgbClr>
                              </a:outerShdw>
                            </a:effectLst>
                            <a:latin typeface="Cambria Math" panose="02040503050406030204" charset="0"/>
                            <a:cs typeface="Cambria Math" panose="02040503050406030204" charset="0"/>
                          </a:rPr>
                          <m:t>𝒏</m:t>
                        </m:r>
                      </m:sub>
                    </m:sSub>
                    <m:r>
                      <a:rPr lang="en-US" altLang="zh-CN" i="1">
                        <a:solidFill>
                          <a:schemeClr val="accent1"/>
                        </a:solidFill>
                        <a:effectLst>
                          <a:outerShdw blurRad="38100" dist="25400" dir="5400000" algn="ctr" rotWithShape="0">
                            <a:srgbClr val="6E747A">
                              <a:alpha val="43000"/>
                            </a:srgbClr>
                          </a:outerShdw>
                        </a:effectLst>
                        <a:latin typeface="Cambria Math" panose="02040503050406030204" charset="0"/>
                        <a:cs typeface="Cambria Math" panose="02040503050406030204" charset="0"/>
                      </a:rPr>
                      <m:t>)</m:t>
                    </m:r>
                    <m:r>
                      <a:rPr lang="en-US" altLang="zh-CN" i="1">
                        <a:solidFill>
                          <a:schemeClr val="accent1"/>
                        </a:solidFill>
                        <a:effectLst>
                          <a:outerShdw blurRad="38100" dist="25400" dir="5400000" algn="ctr" rotWithShape="0">
                            <a:srgbClr val="6E747A">
                              <a:alpha val="43000"/>
                            </a:srgbClr>
                          </a:outerShdw>
                        </a:effectLst>
                        <a:latin typeface="Cambria Math" panose="02040503050406030204" charset="0"/>
                        <a:cs typeface="Cambria Math" panose="02040503050406030204" charset="0"/>
                      </a:rPr>
                      <m:t>∈</m:t>
                    </m:r>
                    <m:sSup>
                      <m:sSupPr>
                        <m:ctrlPr>
                          <a:rPr lang="en-US" altLang="zh-CN" i="1">
                            <a:solidFill>
                              <a:schemeClr val="accent1"/>
                            </a:solidFill>
                            <a:effectLst>
                              <a:outerShdw blurRad="38100" dist="25400" dir="5400000" algn="ctr" rotWithShape="0">
                                <a:srgbClr val="6E747A">
                                  <a:alpha val="43000"/>
                                </a:srgbClr>
                              </a:outerShdw>
                            </a:effectLst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pPr>
                      <m:e>
                        <m:r>
                          <a:rPr lang="en-US" altLang="zh-CN" b="1" i="1">
                            <a:solidFill>
                              <a:schemeClr val="accent1"/>
                            </a:solidFill>
                            <a:effectLst>
                              <a:outerShdw blurRad="38100" dist="25400" dir="5400000" algn="ctr" rotWithShape="0">
                                <a:srgbClr val="6E747A">
                                  <a:alpha val="43000"/>
                                </a:srgbClr>
                              </a:outerShdw>
                            </a:effectLst>
                            <a:latin typeface="Cambria Math" panose="02040503050406030204" charset="0"/>
                            <a:cs typeface="Cambria Math" panose="02040503050406030204" charset="0"/>
                          </a:rPr>
                          <m:t>𝑹</m:t>
                        </m:r>
                      </m:e>
                      <m:sup>
                        <m:r>
                          <a:rPr lang="en-US" altLang="zh-CN" i="1">
                            <a:solidFill>
                              <a:schemeClr val="accent1"/>
                            </a:solidFill>
                            <a:effectLst>
                              <a:outerShdw blurRad="38100" dist="25400" dir="5400000" algn="ctr" rotWithShape="0">
                                <a:srgbClr val="6E747A">
                                  <a:alpha val="43000"/>
                                </a:srgbClr>
                              </a:outerShdw>
                            </a:effectLst>
                            <a:latin typeface="Cambria Math" panose="02040503050406030204" charset="0"/>
                            <a:cs typeface="Cambria Math" panose="02040503050406030204" charset="0"/>
                          </a:rPr>
                          <m:t>𝑘</m:t>
                        </m:r>
                        <m:r>
                          <a:rPr lang="en-US" altLang="zh-CN" i="1">
                            <a:solidFill>
                              <a:schemeClr val="accent1"/>
                            </a:solidFill>
                            <a:effectLst>
                              <a:outerShdw blurRad="38100" dist="25400" dir="5400000" algn="ctr" rotWithShape="0">
                                <a:srgbClr val="6E747A">
                                  <a:alpha val="43000"/>
                                </a:srgbClr>
                              </a:outerShdw>
                            </a:effectLst>
                            <a:latin typeface="Cambria Math" panose="02040503050406030204" charset="0"/>
                            <a:cs typeface="Cambria Math" panose="02040503050406030204" charset="0"/>
                          </a:rPr>
                          <m:t>×</m:t>
                        </m:r>
                        <m:r>
                          <a:rPr lang="en-US" altLang="zh-CN" i="1">
                            <a:solidFill>
                              <a:schemeClr val="accent1"/>
                            </a:solidFill>
                            <a:effectLst>
                              <a:outerShdw blurRad="38100" dist="25400" dir="5400000" algn="ctr" rotWithShape="0">
                                <a:srgbClr val="6E747A">
                                  <a:alpha val="43000"/>
                                </a:srgbClr>
                              </a:outerShdw>
                            </a:effectLst>
                            <a:latin typeface="Cambria Math" panose="02040503050406030204" charset="0"/>
                            <a:cs typeface="Cambria Math" panose="02040503050406030204" charset="0"/>
                          </a:rPr>
                          <m:t>𝑛</m:t>
                        </m:r>
                      </m:sup>
                    </m:sSup>
                  </m:oMath>
                </a14:m>
                <a:endParaRPr lang="en-US" altLang="zh-CN" i="1"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10" name="文本框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4965" y="1873885"/>
                <a:ext cx="4815840" cy="385445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文本框 10"/>
          <p:cNvSpPr txBox="1"/>
          <p:nvPr/>
        </p:nvSpPr>
        <p:spPr>
          <a:xfrm>
            <a:off x="3997960" y="1505585"/>
            <a:ext cx="2562860" cy="36830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p>
            <a:r>
              <a:rPr lang="en-US" altLang="zh-CN">
                <a:solidFill>
                  <a:schemeClr val="accent4"/>
                </a:solidFill>
                <a:effectLst/>
              </a:rPr>
              <a:t>Input Space</a:t>
            </a:r>
            <a:endParaRPr lang="en-US" altLang="zh-CN">
              <a:solidFill>
                <a:schemeClr val="accent4"/>
              </a:solidFill>
              <a:effectLst/>
            </a:endParaRPr>
          </a:p>
        </p:txBody>
      </p:sp>
      <p:cxnSp>
        <p:nvCxnSpPr>
          <p:cNvPr id="12" name="曲线连接符 11"/>
          <p:cNvCxnSpPr/>
          <p:nvPr/>
        </p:nvCxnSpPr>
        <p:spPr>
          <a:xfrm flipV="1">
            <a:off x="3851275" y="1807210"/>
            <a:ext cx="556260" cy="356870"/>
          </a:xfrm>
          <a:prstGeom prst="curvedConnector3">
            <a:avLst>
              <a:gd name="adj1" fmla="val 100570"/>
            </a:avLst>
          </a:prstGeom>
          <a:ln>
            <a:tailEnd type="arrow" w="med" len="med"/>
          </a:ln>
        </p:spPr>
        <p:style>
          <a:lnRef idx="2">
            <a:schemeClr val="accent6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文本框 12"/>
              <p:cNvSpPr txBox="1"/>
              <p:nvPr/>
            </p:nvSpPr>
            <p:spPr>
              <a:xfrm>
                <a:off x="354965" y="2251075"/>
                <a:ext cx="5149215" cy="3854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>
                    <a:solidFill>
                      <a:schemeClr val="accent1"/>
                    </a:solidFill>
                    <a:effectLst>
                      <a:outerShdw blurRad="38100" dist="25400" dir="5400000" algn="ctr" rotWithShape="0">
                        <a:srgbClr val="6E747A">
                          <a:alpha val="43000"/>
                        </a:srgbClr>
                      </a:outerShdw>
                    </a:effectLst>
                  </a:rPr>
                  <a:t>Find </a:t>
                </a:r>
                <a14:m>
                  <m:oMath xmlns:m="http://schemas.openxmlformats.org/officeDocument/2006/math">
                    <m:r>
                      <a:rPr lang="en-US" altLang="zh-CN" i="1">
                        <a:solidFill>
                          <a:schemeClr val="accent1"/>
                        </a:solidFill>
                        <a:effectLst>
                          <a:outerShdw blurRad="38100" dist="25400" dir="5400000" algn="ctr" rotWithShape="0">
                            <a:srgbClr val="6E747A">
                              <a:alpha val="43000"/>
                            </a:srgbClr>
                          </a:outerShdw>
                        </a:effectLst>
                        <a:latin typeface="Cambria Math" panose="02040503050406030204" charset="0"/>
                        <a:cs typeface="Cambria Math" panose="02040503050406030204" charset="0"/>
                      </a:rPr>
                      <m:t>𝜑</m:t>
                    </m:r>
                    <m:r>
                      <a:rPr lang="en-US" altLang="zh-CN" i="1">
                        <a:solidFill>
                          <a:schemeClr val="accent1"/>
                        </a:solidFill>
                        <a:effectLst>
                          <a:outerShdw blurRad="38100" dist="25400" dir="5400000" algn="ctr" rotWithShape="0">
                            <a:srgbClr val="6E747A">
                              <a:alpha val="43000"/>
                            </a:srgbClr>
                          </a:outerShdw>
                        </a:effectLst>
                        <a:latin typeface="Cambria Math" panose="02040503050406030204" charset="0"/>
                        <a:cs typeface="Cambria Math" panose="02040503050406030204" charset="0"/>
                      </a:rPr>
                      <m:t>(</m:t>
                    </m:r>
                    <m:r>
                      <a:rPr lang="en-US" altLang="zh-CN" b="1" i="1">
                        <a:solidFill>
                          <a:schemeClr val="accent1"/>
                        </a:solidFill>
                        <a:effectLst>
                          <a:outerShdw blurRad="38100" dist="25400" dir="5400000" algn="ctr" rotWithShape="0">
                            <a:srgbClr val="6E747A">
                              <a:alpha val="43000"/>
                            </a:srgbClr>
                          </a:outerShdw>
                        </a:effectLst>
                        <a:latin typeface="Cambria Math" panose="02040503050406030204" charset="0"/>
                        <a:cs typeface="Cambria Math" panose="02040503050406030204" charset="0"/>
                      </a:rPr>
                      <m:t>𝑿</m:t>
                    </m:r>
                    <m:r>
                      <a:rPr lang="en-US" altLang="zh-CN" i="1">
                        <a:solidFill>
                          <a:schemeClr val="accent1"/>
                        </a:solidFill>
                        <a:effectLst>
                          <a:outerShdw blurRad="38100" dist="25400" dir="5400000" algn="ctr" rotWithShape="0">
                            <a:srgbClr val="6E747A">
                              <a:alpha val="43000"/>
                            </a:srgbClr>
                          </a:outerShdw>
                        </a:effectLst>
                        <a:latin typeface="Cambria Math" panose="02040503050406030204" charset="0"/>
                        <a:cs typeface="Cambria Math" panose="02040503050406030204" charset="0"/>
                      </a:rPr>
                      <m:t>)=(</m:t>
                    </m:r>
                    <m:r>
                      <a:rPr lang="en-US" altLang="zh-CN" i="1">
                        <a:solidFill>
                          <a:schemeClr val="accent1"/>
                        </a:solidFill>
                        <a:effectLst>
                          <a:outerShdw blurRad="38100" dist="25400" dir="5400000" algn="ctr" rotWithShape="0">
                            <a:srgbClr val="6E747A">
                              <a:alpha val="43000"/>
                            </a:srgbClr>
                          </a:outerShdw>
                        </a:effectLst>
                        <a:latin typeface="Cambria Math" panose="02040503050406030204" charset="0"/>
                        <a:cs typeface="Cambria Math" panose="02040503050406030204" charset="0"/>
                      </a:rPr>
                      <m:t>𝜑</m:t>
                    </m:r>
                    <m:r>
                      <a:rPr lang="en-US" altLang="zh-CN" i="1">
                        <a:solidFill>
                          <a:schemeClr val="accent1"/>
                        </a:solidFill>
                        <a:effectLst>
                          <a:outerShdw blurRad="38100" dist="25400" dir="5400000" algn="ctr" rotWithShape="0">
                            <a:srgbClr val="6E747A">
                              <a:alpha val="43000"/>
                            </a:srgbClr>
                          </a:outerShdw>
                        </a:effectLst>
                        <a:latin typeface="Cambria Math" panose="02040503050406030204" charset="0"/>
                        <a:cs typeface="Cambria Math" panose="02040503050406030204" charset="0"/>
                      </a:rPr>
                      <m:t>(</m:t>
                    </m:r>
                    <m:sSub>
                      <m:sSubPr>
                        <m:ctrlPr>
                          <a:rPr lang="en-US" altLang="zh-CN" b="1" i="1">
                            <a:solidFill>
                              <a:schemeClr val="accent1"/>
                            </a:solidFill>
                            <a:effectLst>
                              <a:outerShdw blurRad="38100" dist="25400" dir="5400000" algn="ctr" rotWithShape="0">
                                <a:srgbClr val="6E747A">
                                  <a:alpha val="43000"/>
                                </a:srgbClr>
                              </a:outerShdw>
                            </a:effectLst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b="1" i="1">
                            <a:solidFill>
                              <a:schemeClr val="accent1"/>
                            </a:solidFill>
                            <a:effectLst>
                              <a:outerShdw blurRad="38100" dist="25400" dir="5400000" algn="ctr" rotWithShape="0">
                                <a:srgbClr val="6E747A">
                                  <a:alpha val="43000"/>
                                </a:srgbClr>
                              </a:outerShdw>
                            </a:effectLst>
                            <a:latin typeface="Cambria Math" panose="02040503050406030204" charset="0"/>
                            <a:cs typeface="Cambria Math" panose="02040503050406030204" charset="0"/>
                          </a:rPr>
                          <m:t>𝒙</m:t>
                        </m:r>
                      </m:e>
                      <m:sub>
                        <m:r>
                          <a:rPr lang="en-US" altLang="zh-CN" b="1" i="1">
                            <a:solidFill>
                              <a:schemeClr val="accent1"/>
                            </a:solidFill>
                            <a:effectLst>
                              <a:outerShdw blurRad="38100" dist="25400" dir="5400000" algn="ctr" rotWithShape="0">
                                <a:srgbClr val="6E747A">
                                  <a:alpha val="43000"/>
                                </a:srgbClr>
                              </a:outerShdw>
                            </a:effectLst>
                            <a:latin typeface="Cambria Math" panose="02040503050406030204" charset="0"/>
                            <a:cs typeface="Cambria Math" panose="02040503050406030204" charset="0"/>
                          </a:rPr>
                          <m:t>𝟏</m:t>
                        </m:r>
                      </m:sub>
                    </m:sSub>
                    <m:r>
                      <a:rPr lang="en-US" altLang="zh-CN" i="1">
                        <a:solidFill>
                          <a:schemeClr val="accent1"/>
                        </a:solidFill>
                        <a:effectLst>
                          <a:outerShdw blurRad="38100" dist="25400" dir="5400000" algn="ctr" rotWithShape="0">
                            <a:srgbClr val="6E747A">
                              <a:alpha val="43000"/>
                            </a:srgbClr>
                          </a:outerShdw>
                        </a:effectLst>
                        <a:latin typeface="Cambria Math" panose="02040503050406030204" charset="0"/>
                        <a:cs typeface="Cambria Math" panose="02040503050406030204" charset="0"/>
                      </a:rPr>
                      <m:t>) </m:t>
                    </m:r>
                    <m:r>
                      <a:rPr lang="en-US" altLang="zh-CN" i="1">
                        <a:solidFill>
                          <a:schemeClr val="accent1"/>
                        </a:solidFill>
                        <a:effectLst>
                          <a:outerShdw blurRad="38100" dist="25400" dir="5400000" algn="ctr" rotWithShape="0">
                            <a:srgbClr val="6E747A">
                              <a:alpha val="43000"/>
                            </a:srgbClr>
                          </a:outerShdw>
                        </a:effectLst>
                        <a:latin typeface="Cambria Math" panose="02040503050406030204" charset="0"/>
                        <a:cs typeface="Cambria Math" panose="02040503050406030204" charset="0"/>
                      </a:rPr>
                      <m:t>𝜑</m:t>
                    </m:r>
                    <m:r>
                      <a:rPr lang="en-US" altLang="zh-CN" i="1">
                        <a:solidFill>
                          <a:schemeClr val="accent1"/>
                        </a:solidFill>
                        <a:effectLst>
                          <a:outerShdw blurRad="38100" dist="25400" dir="5400000" algn="ctr" rotWithShape="0">
                            <a:srgbClr val="6E747A">
                              <a:alpha val="43000"/>
                            </a:srgbClr>
                          </a:outerShdw>
                        </a:effectLst>
                        <a:latin typeface="Cambria Math" panose="02040503050406030204" charset="0"/>
                        <a:cs typeface="Cambria Math" panose="02040503050406030204" charset="0"/>
                      </a:rPr>
                      <m:t>(</m:t>
                    </m:r>
                    <m:sSub>
                      <m:sSubPr>
                        <m:ctrlPr>
                          <a:rPr lang="en-US" altLang="zh-CN" b="1" i="1">
                            <a:solidFill>
                              <a:schemeClr val="accent1"/>
                            </a:solidFill>
                            <a:effectLst>
                              <a:outerShdw blurRad="38100" dist="25400" dir="5400000" algn="ctr" rotWithShape="0">
                                <a:srgbClr val="6E747A">
                                  <a:alpha val="43000"/>
                                </a:srgbClr>
                              </a:outerShdw>
                            </a:effectLst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b="1" i="1">
                            <a:solidFill>
                              <a:schemeClr val="accent1"/>
                            </a:solidFill>
                            <a:effectLst>
                              <a:outerShdw blurRad="38100" dist="25400" dir="5400000" algn="ctr" rotWithShape="0">
                                <a:srgbClr val="6E747A">
                                  <a:alpha val="43000"/>
                                </a:srgbClr>
                              </a:outerShdw>
                            </a:effectLst>
                            <a:latin typeface="Cambria Math" panose="02040503050406030204" charset="0"/>
                            <a:cs typeface="Cambria Math" panose="02040503050406030204" charset="0"/>
                          </a:rPr>
                          <m:t>𝒙</m:t>
                        </m:r>
                      </m:e>
                      <m:sub>
                        <m:r>
                          <a:rPr lang="en-US" altLang="zh-CN" b="1" i="1">
                            <a:solidFill>
                              <a:schemeClr val="accent1"/>
                            </a:solidFill>
                            <a:effectLst>
                              <a:outerShdw blurRad="38100" dist="25400" dir="5400000" algn="ctr" rotWithShape="0">
                                <a:srgbClr val="6E747A">
                                  <a:alpha val="43000"/>
                                </a:srgbClr>
                              </a:outerShdw>
                            </a:effectLst>
                            <a:latin typeface="Cambria Math" panose="02040503050406030204" charset="0"/>
                            <a:cs typeface="Cambria Math" panose="02040503050406030204" charset="0"/>
                          </a:rPr>
                          <m:t>𝟐</m:t>
                        </m:r>
                      </m:sub>
                    </m:sSub>
                    <m:r>
                      <a:rPr lang="en-US" altLang="zh-CN" i="1">
                        <a:solidFill>
                          <a:schemeClr val="accent1"/>
                        </a:solidFill>
                        <a:effectLst>
                          <a:outerShdw blurRad="38100" dist="25400" dir="5400000" algn="ctr" rotWithShape="0">
                            <a:srgbClr val="6E747A">
                              <a:alpha val="43000"/>
                            </a:srgbClr>
                          </a:outerShdw>
                        </a:effectLst>
                        <a:latin typeface="Cambria Math" panose="02040503050406030204" charset="0"/>
                        <a:cs typeface="Cambria Math" panose="02040503050406030204" charset="0"/>
                      </a:rPr>
                      <m:t>) ⋯ </m:t>
                    </m:r>
                    <m:r>
                      <a:rPr lang="en-US" altLang="zh-CN" i="1">
                        <a:solidFill>
                          <a:schemeClr val="accent1"/>
                        </a:solidFill>
                        <a:effectLst>
                          <a:outerShdw blurRad="38100" dist="25400" dir="5400000" algn="ctr" rotWithShape="0">
                            <a:srgbClr val="6E747A">
                              <a:alpha val="43000"/>
                            </a:srgbClr>
                          </a:outerShdw>
                        </a:effectLst>
                        <a:latin typeface="Cambria Math" panose="02040503050406030204" charset="0"/>
                        <a:cs typeface="Cambria Math" panose="02040503050406030204" charset="0"/>
                      </a:rPr>
                      <m:t>𝜑</m:t>
                    </m:r>
                    <m:r>
                      <a:rPr lang="en-US" altLang="zh-CN" i="1">
                        <a:solidFill>
                          <a:schemeClr val="accent1"/>
                        </a:solidFill>
                        <a:effectLst>
                          <a:outerShdw blurRad="38100" dist="25400" dir="5400000" algn="ctr" rotWithShape="0">
                            <a:srgbClr val="6E747A">
                              <a:alpha val="43000"/>
                            </a:srgbClr>
                          </a:outerShdw>
                        </a:effectLst>
                        <a:latin typeface="Cambria Math" panose="02040503050406030204" charset="0"/>
                        <a:cs typeface="Cambria Math" panose="02040503050406030204" charset="0"/>
                      </a:rPr>
                      <m:t>(</m:t>
                    </m:r>
                    <m:sSub>
                      <m:sSubPr>
                        <m:ctrlPr>
                          <a:rPr lang="en-US" altLang="zh-CN" b="1" i="1">
                            <a:solidFill>
                              <a:schemeClr val="accent1"/>
                            </a:solidFill>
                            <a:effectLst>
                              <a:outerShdw blurRad="38100" dist="25400" dir="5400000" algn="ctr" rotWithShape="0">
                                <a:srgbClr val="6E747A">
                                  <a:alpha val="43000"/>
                                </a:srgbClr>
                              </a:outerShdw>
                            </a:effectLst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b="1" i="1">
                            <a:solidFill>
                              <a:schemeClr val="accent1"/>
                            </a:solidFill>
                            <a:effectLst>
                              <a:outerShdw blurRad="38100" dist="25400" dir="5400000" algn="ctr" rotWithShape="0">
                                <a:srgbClr val="6E747A">
                                  <a:alpha val="43000"/>
                                </a:srgbClr>
                              </a:outerShdw>
                            </a:effectLst>
                            <a:latin typeface="Cambria Math" panose="02040503050406030204" charset="0"/>
                            <a:cs typeface="Cambria Math" panose="02040503050406030204" charset="0"/>
                          </a:rPr>
                          <m:t>𝒙</m:t>
                        </m:r>
                      </m:e>
                      <m:sub>
                        <m:r>
                          <a:rPr lang="en-US" altLang="zh-CN" b="1" i="1">
                            <a:solidFill>
                              <a:schemeClr val="accent1"/>
                            </a:solidFill>
                            <a:effectLst>
                              <a:outerShdw blurRad="38100" dist="25400" dir="5400000" algn="ctr" rotWithShape="0">
                                <a:srgbClr val="6E747A">
                                  <a:alpha val="43000"/>
                                </a:srgbClr>
                              </a:outerShdw>
                            </a:effectLst>
                            <a:latin typeface="Cambria Math" panose="02040503050406030204" charset="0"/>
                            <a:cs typeface="Cambria Math" panose="02040503050406030204" charset="0"/>
                          </a:rPr>
                          <m:t>𝒏</m:t>
                        </m:r>
                      </m:sub>
                    </m:sSub>
                    <m:r>
                      <a:rPr lang="en-US" altLang="zh-CN" i="1">
                        <a:solidFill>
                          <a:schemeClr val="accent1"/>
                        </a:solidFill>
                        <a:effectLst>
                          <a:outerShdw blurRad="38100" dist="25400" dir="5400000" algn="ctr" rotWithShape="0">
                            <a:srgbClr val="6E747A">
                              <a:alpha val="43000"/>
                            </a:srgbClr>
                          </a:outerShdw>
                        </a:effectLst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))∈</m:t>
                    </m:r>
                    <m:sSup>
                      <m:sSupPr>
                        <m:ctrlPr>
                          <a:rPr lang="en-US" altLang="zh-CN" i="1">
                            <a:solidFill>
                              <a:schemeClr val="accent1"/>
                            </a:solidFill>
                            <a:effectLst>
                              <a:outerShdw blurRad="38100" dist="25400" dir="5400000" algn="ctr" rotWithShape="0">
                                <a:srgbClr val="6E747A">
                                  <a:alpha val="43000"/>
                                </a:srgbClr>
                              </a:outerShdw>
                            </a:effectLst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</m:ctrlPr>
                      </m:sSupPr>
                      <m:e>
                        <m:r>
                          <a:rPr lang="en-US" altLang="zh-CN" b="1" i="1">
                            <a:solidFill>
                              <a:schemeClr val="accent1"/>
                            </a:solidFill>
                            <a:effectLst>
                              <a:outerShdw blurRad="38100" dist="25400" dir="5400000" algn="ctr" rotWithShape="0">
                                <a:srgbClr val="6E747A">
                                  <a:alpha val="43000"/>
                                </a:srgbClr>
                              </a:outerShdw>
                            </a:effectLst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  <m:t>𝑹</m:t>
                        </m:r>
                      </m:e>
                      <m:sup>
                        <m:r>
                          <a:rPr lang="en-US" altLang="zh-CN" i="1">
                            <a:solidFill>
                              <a:schemeClr val="accent1"/>
                            </a:solidFill>
                            <a:effectLst>
                              <a:outerShdw blurRad="38100" dist="25400" dir="5400000" algn="ctr" rotWithShape="0">
                                <a:srgbClr val="6E747A">
                                  <a:alpha val="43000"/>
                                </a:srgbClr>
                              </a:outerShdw>
                            </a:effectLst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  <m:t>𝑘</m:t>
                        </m:r>
                        <m:r>
                          <a:rPr lang="en-US" altLang="zh-CN" i="1">
                            <a:solidFill>
                              <a:schemeClr val="accent1"/>
                            </a:solidFill>
                            <a:effectLst>
                              <a:outerShdw blurRad="38100" dist="25400" dir="5400000" algn="ctr" rotWithShape="0">
                                <a:srgbClr val="6E747A">
                                  <a:alpha val="43000"/>
                                </a:srgbClr>
                              </a:outerShdw>
                            </a:effectLst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  <m:t>×</m:t>
                        </m:r>
                        <m:r>
                          <a:rPr lang="en-US" altLang="zh-CN" i="1">
                            <a:solidFill>
                              <a:schemeClr val="accent1"/>
                            </a:solidFill>
                            <a:effectLst>
                              <a:outerShdw blurRad="38100" dist="25400" dir="5400000" algn="ctr" rotWithShape="0">
                                <a:srgbClr val="6E747A">
                                  <a:alpha val="43000"/>
                                </a:srgbClr>
                              </a:outerShdw>
                            </a:effectLst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  <m:t>𝐷</m:t>
                        </m:r>
                      </m:sup>
                    </m:sSup>
                  </m:oMath>
                </a14:m>
                <a:endParaRPr lang="en-US" altLang="zh-CN" i="1"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  <a:latin typeface="Cambria Math" panose="02040503050406030204" charset="0"/>
                  <a:ea typeface="MS Mincho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13" name="文本框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4965" y="2251075"/>
                <a:ext cx="5149215" cy="385445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直接箭头连接符 13"/>
          <p:cNvCxnSpPr>
            <a:endCxn id="15" idx="1"/>
          </p:cNvCxnSpPr>
          <p:nvPr/>
        </p:nvCxnSpPr>
        <p:spPr>
          <a:xfrm>
            <a:off x="4794250" y="2509520"/>
            <a:ext cx="673100" cy="48895"/>
          </a:xfrm>
          <a:prstGeom prst="straightConnector1">
            <a:avLst/>
          </a:prstGeom>
          <a:ln>
            <a:tailEnd type="arrow" w="med" len="med"/>
          </a:ln>
        </p:spPr>
        <p:style>
          <a:lnRef idx="2">
            <a:schemeClr val="accent6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文本框 14"/>
              <p:cNvSpPr txBox="1"/>
              <p:nvPr/>
            </p:nvSpPr>
            <p:spPr>
              <a:xfrm>
                <a:off x="5467350" y="2368550"/>
                <a:ext cx="2849245" cy="3797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soft" dir="t">
                    <a:rot lat="0" lon="0" rev="15600000"/>
                  </a:lightRig>
                </a:scene3d>
                <a:sp3d extrusionH="57150" prstMaterial="softEdge">
                  <a:bevelT w="25400" h="38100"/>
                </a:sp3d>
              </a:bodyPr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>
                            <a:solidFill>
                              <a:schemeClr val="accent4"/>
                            </a:solidFill>
                            <a:effectLst/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pPr>
                      <m:e>
                        <m:r>
                          <a:rPr lang="en-US" altLang="zh-CN" b="1" i="1">
                            <a:solidFill>
                              <a:schemeClr val="accent4"/>
                            </a:solidFill>
                            <a:effectLst/>
                            <a:latin typeface="Cambria Math" panose="02040503050406030204" charset="0"/>
                            <a:cs typeface="Cambria Math" panose="02040503050406030204" charset="0"/>
                          </a:rPr>
                          <m:t>𝑹</m:t>
                        </m:r>
                      </m:e>
                      <m:sup>
                        <m:r>
                          <a:rPr lang="en-US" altLang="zh-CN" i="1">
                            <a:solidFill>
                              <a:schemeClr val="accent4"/>
                            </a:solidFill>
                            <a:effectLst/>
                            <a:latin typeface="Cambria Math" panose="02040503050406030204" charset="0"/>
                            <a:cs typeface="Cambria Math" panose="02040503050406030204" charset="0"/>
                          </a:rPr>
                          <m:t>𝐷</m:t>
                        </m:r>
                      </m:sup>
                    </m:sSup>
                    <m:r>
                      <a:rPr lang="en-US" altLang="zh-CN" i="1">
                        <a:solidFill>
                          <a:schemeClr val="accent4"/>
                        </a:solidFill>
                        <a:effectLst/>
                        <a:latin typeface="Cambria Math" panose="02040503050406030204" charset="0"/>
                        <a:cs typeface="Cambria Math" panose="02040503050406030204" charset="0"/>
                      </a:rPr>
                      <m:t> </m:t>
                    </m:r>
                    <m:r>
                      <m:rPr>
                        <m:sty m:val="p"/>
                      </m:rPr>
                      <a:rPr lang="en-US" altLang="zh-CN">
                        <a:solidFill>
                          <a:schemeClr val="accent4"/>
                        </a:solidFill>
                        <a:effectLst/>
                        <a:latin typeface="Cambria Math" panose="02040503050406030204" charset="0"/>
                      </a:rPr>
                      <m:t>is</m:t>
                    </m:r>
                    <m:r>
                      <a:rPr lang="en-US" altLang="zh-CN" i="1">
                        <a:solidFill>
                          <a:schemeClr val="accent4"/>
                        </a:solidFill>
                        <a:effectLst/>
                        <a:latin typeface="Cambria Math" panose="02040503050406030204" charset="0"/>
                        <a:cs typeface="Cambria Math" panose="02040503050406030204" charset="0"/>
                      </a:rPr>
                      <m:t> </m:t>
                    </m:r>
                  </m:oMath>
                </a14:m>
                <a:r>
                  <a:rPr lang="en-US" altLang="zh-CN">
                    <a:solidFill>
                      <a:schemeClr val="accent4"/>
                    </a:solidFill>
                    <a:effectLst/>
                  </a:rPr>
                  <a:t>Feature Space</a:t>
                </a:r>
                <a:endParaRPr lang="en-US" altLang="zh-CN">
                  <a:solidFill>
                    <a:schemeClr val="accent4"/>
                  </a:solidFill>
                  <a:effectLst/>
                </a:endParaRPr>
              </a:p>
            </p:txBody>
          </p:sp>
        </mc:Choice>
        <mc:Fallback>
          <p:sp>
            <p:nvSpPr>
              <p:cNvPr id="15" name="文本框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7350" y="2368550"/>
                <a:ext cx="2849245" cy="379730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文本框 15"/>
              <p:cNvSpPr txBox="1"/>
              <p:nvPr/>
            </p:nvSpPr>
            <p:spPr>
              <a:xfrm>
                <a:off x="354965" y="2655570"/>
                <a:ext cx="6916420" cy="6375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>
                    <a:solidFill>
                      <a:schemeClr val="accent1"/>
                    </a:solidFill>
                    <a:effectLst>
                      <a:outerShdw blurRad="38100" dist="25400" dir="5400000" algn="ctr" rotWithShape="0">
                        <a:srgbClr val="6E747A">
                          <a:alpha val="43000"/>
                        </a:srgbClr>
                      </a:outerShdw>
                    </a:effectLst>
                  </a:rPr>
                  <a:t>Due to </a:t>
                </a:r>
                <a:r>
                  <a:rPr lang="en-US" altLang="zh-CN">
                    <a:solidFill>
                      <a:srgbClr val="FF0000"/>
                    </a:solidFill>
                    <a:effectLst>
                      <a:outerShdw blurRad="38100" dist="25400" dir="5400000" algn="ctr" rotWithShape="0">
                        <a:srgbClr val="6E747A">
                          <a:alpha val="43000"/>
                        </a:srgbClr>
                      </a:outerShdw>
                    </a:effectLst>
                  </a:rPr>
                  <a:t>PCA</a:t>
                </a:r>
                <a:r>
                  <a:rPr lang="en-US" altLang="zh-CN">
                    <a:solidFill>
                      <a:schemeClr val="accent1"/>
                    </a:solidFill>
                    <a:effectLst>
                      <a:outerShdw blurRad="38100" dist="25400" dir="5400000" algn="ctr" rotWithShape="0">
                        <a:srgbClr val="6E747A">
                          <a:alpha val="43000"/>
                        </a:srgbClr>
                      </a:outerShdw>
                    </a:effectLst>
                  </a:rPr>
                  <a:t> method,we need to solve the following function:</a:t>
                </a:r>
                <a:endParaRPr lang="en-US" altLang="zh-CN"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solidFill>
                            <a:schemeClr val="accent1"/>
                          </a:solidFill>
                          <a:effectLst>
                            <a:outerShdw blurRad="38100" dist="25400" dir="5400000" algn="ctr" rotWithShape="0">
                              <a:srgbClr val="6E747A">
                                <a:alpha val="43000"/>
                              </a:srgbClr>
                            </a:outerShdw>
                          </a:effectLst>
                          <a:latin typeface="Cambria Math" panose="02040503050406030204" charset="0"/>
                          <a:cs typeface="Cambria Math" panose="02040503050406030204" charset="0"/>
                        </a:rPr>
                        <m:t>𝜑</m:t>
                      </m:r>
                      <m:r>
                        <a:rPr lang="en-US" altLang="zh-CN" i="1">
                          <a:solidFill>
                            <a:schemeClr val="accent1"/>
                          </a:solidFill>
                          <a:effectLst>
                            <a:outerShdw blurRad="38100" dist="25400" dir="5400000" algn="ctr" rotWithShape="0">
                              <a:srgbClr val="6E747A">
                                <a:alpha val="43000"/>
                              </a:srgbClr>
                            </a:outerShdw>
                          </a:effectLst>
                          <a:latin typeface="Cambria Math" panose="02040503050406030204" charset="0"/>
                          <a:cs typeface="Cambria Math" panose="02040503050406030204" charset="0"/>
                        </a:rPr>
                        <m:t>(</m:t>
                      </m:r>
                      <m:r>
                        <a:rPr lang="en-US" altLang="zh-CN" b="1" i="1">
                          <a:solidFill>
                            <a:schemeClr val="accent1"/>
                          </a:solidFill>
                          <a:effectLst>
                            <a:outerShdw blurRad="38100" dist="25400" dir="5400000" algn="ctr" rotWithShape="0">
                              <a:srgbClr val="6E747A">
                                <a:alpha val="43000"/>
                              </a:srgbClr>
                            </a:outerShdw>
                          </a:effectLst>
                          <a:latin typeface="Cambria Math" panose="02040503050406030204" charset="0"/>
                          <a:cs typeface="Cambria Math" panose="02040503050406030204" charset="0"/>
                        </a:rPr>
                        <m:t>𝑿</m:t>
                      </m:r>
                      <m:r>
                        <a:rPr lang="en-US" altLang="zh-CN" i="1">
                          <a:solidFill>
                            <a:schemeClr val="accent1"/>
                          </a:solidFill>
                          <a:effectLst>
                            <a:outerShdw blurRad="38100" dist="25400" dir="5400000" algn="ctr" rotWithShape="0">
                              <a:srgbClr val="6E747A">
                                <a:alpha val="43000"/>
                              </a:srgbClr>
                            </a:outerShdw>
                          </a:effectLst>
                          <a:latin typeface="Cambria Math" panose="02040503050406030204" charset="0"/>
                          <a:cs typeface="Cambria Math" panose="02040503050406030204" charset="0"/>
                        </a:rPr>
                        <m:t>)</m:t>
                      </m:r>
                      <m:sSup>
                        <m:sSupPr>
                          <m:ctrlPr>
                            <a:rPr lang="en-US" altLang="zh-CN" i="1">
                              <a:solidFill>
                                <a:schemeClr val="accent1"/>
                              </a:solidFill>
                              <a:effectLst>
                                <a:outerShdw blurRad="38100" dist="25400" dir="5400000" algn="ctr" rotWithShape="0">
                                  <a:srgbClr val="6E747A">
                                    <a:alpha val="43000"/>
                                  </a:srgbClr>
                                </a:outerShdw>
                              </a:effectLst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solidFill>
                                <a:schemeClr val="accent1"/>
                              </a:solidFill>
                              <a:effectLst>
                                <a:outerShdw blurRad="38100" dist="25400" dir="5400000" algn="ctr" rotWithShape="0">
                                  <a:srgbClr val="6E747A">
                                    <a:alpha val="43000"/>
                                  </a:srgbClr>
                                </a:outerShdw>
                              </a:effectLst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𝜑</m:t>
                          </m:r>
                          <m:r>
                            <a:rPr lang="en-US" altLang="zh-CN" i="1">
                              <a:solidFill>
                                <a:schemeClr val="accent1"/>
                              </a:solidFill>
                              <a:effectLst>
                                <a:outerShdw blurRad="38100" dist="25400" dir="5400000" algn="ctr" rotWithShape="0">
                                  <a:srgbClr val="6E747A">
                                    <a:alpha val="43000"/>
                                  </a:srgbClr>
                                </a:outerShdw>
                              </a:effectLst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(</m:t>
                          </m:r>
                          <m:r>
                            <a:rPr lang="en-US" altLang="zh-CN" b="1" i="1">
                              <a:solidFill>
                                <a:schemeClr val="accent1"/>
                              </a:solidFill>
                              <a:effectLst>
                                <a:outerShdw blurRad="38100" dist="25400" dir="5400000" algn="ctr" rotWithShape="0">
                                  <a:srgbClr val="6E747A">
                                    <a:alpha val="43000"/>
                                  </a:srgbClr>
                                </a:outerShdw>
                              </a:effectLst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𝑿</m:t>
                          </m:r>
                          <m:r>
                            <a:rPr lang="en-US" altLang="zh-CN" i="1">
                              <a:solidFill>
                                <a:schemeClr val="accent1"/>
                              </a:solidFill>
                              <a:effectLst>
                                <a:outerShdw blurRad="38100" dist="25400" dir="5400000" algn="ctr" rotWithShape="0">
                                  <a:srgbClr val="6E747A">
                                    <a:alpha val="43000"/>
                                  </a:srgbClr>
                                </a:outerShdw>
                              </a:effectLst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)</m:t>
                          </m:r>
                        </m:e>
                        <m:sup>
                          <m:r>
                            <a:rPr lang="en-US" altLang="zh-CN" i="1">
                              <a:solidFill>
                                <a:schemeClr val="accent1"/>
                              </a:solidFill>
                              <a:effectLst>
                                <a:outerShdw blurRad="38100" dist="25400" dir="5400000" algn="ctr" rotWithShape="0">
                                  <a:srgbClr val="6E747A">
                                    <a:alpha val="43000"/>
                                  </a:srgbClr>
                                </a:outerShdw>
                              </a:effectLst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𝑇</m:t>
                          </m:r>
                        </m:sup>
                      </m:sSup>
                      <m:r>
                        <a:rPr lang="en-US" altLang="zh-CN" b="1" i="1">
                          <a:solidFill>
                            <a:schemeClr val="accent1"/>
                          </a:solidFill>
                          <a:effectLst>
                            <a:outerShdw blurRad="38100" dist="25400" dir="5400000" algn="ctr" rotWithShape="0">
                              <a:srgbClr val="6E747A">
                                <a:alpha val="43000"/>
                              </a:srgbClr>
                            </a:outerShdw>
                          </a:effectLst>
                          <a:latin typeface="Cambria Math" panose="02040503050406030204" charset="0"/>
                          <a:cs typeface="Cambria Math" panose="02040503050406030204" charset="0"/>
                        </a:rPr>
                        <m:t>𝒑</m:t>
                      </m:r>
                      <m:r>
                        <a:rPr lang="en-US" altLang="zh-CN" i="1">
                          <a:solidFill>
                            <a:schemeClr val="accent1"/>
                          </a:solidFill>
                          <a:effectLst>
                            <a:outerShdw blurRad="38100" dist="25400" dir="5400000" algn="ctr" rotWithShape="0">
                              <a:srgbClr val="6E747A">
                                <a:alpha val="43000"/>
                              </a:srgbClr>
                            </a:outerShdw>
                          </a:effectLst>
                          <a:latin typeface="Cambria Math" panose="02040503050406030204" charset="0"/>
                          <a:cs typeface="Cambria Math" panose="02040503050406030204" charset="0"/>
                        </a:rPr>
                        <m:t>=</m:t>
                      </m:r>
                      <m:r>
                        <a:rPr lang="en-US" altLang="zh-CN" i="1">
                          <a:solidFill>
                            <a:schemeClr val="accent1"/>
                          </a:solidFill>
                          <a:effectLst>
                            <a:outerShdw blurRad="38100" dist="25400" dir="5400000" algn="ctr" rotWithShape="0">
                              <a:srgbClr val="6E747A">
                                <a:alpha val="43000"/>
                              </a:srgbClr>
                            </a:outerShdw>
                          </a:effectLst>
                          <a:latin typeface="Cambria Math" panose="02040503050406030204" charset="0"/>
                          <a:cs typeface="Cambria Math" panose="02040503050406030204" charset="0"/>
                        </a:rPr>
                        <m:t>𝜆</m:t>
                      </m:r>
                      <m:r>
                        <a:rPr lang="en-US" altLang="zh-CN" b="1" i="1">
                          <a:solidFill>
                            <a:schemeClr val="accent1"/>
                          </a:solidFill>
                          <a:effectLst>
                            <a:outerShdw blurRad="38100" dist="25400" dir="5400000" algn="ctr" rotWithShape="0">
                              <a:srgbClr val="6E747A">
                                <a:alpha val="43000"/>
                              </a:srgbClr>
                            </a:outerShdw>
                          </a:effectLst>
                          <a:latin typeface="Cambria Math" panose="02040503050406030204" charset="0"/>
                          <a:cs typeface="Cambria Math" panose="02040503050406030204" charset="0"/>
                        </a:rPr>
                        <m:t>𝒑</m:t>
                      </m:r>
                    </m:oMath>
                  </m:oMathPara>
                </a14:m>
                <a:endParaRPr lang="en-US" altLang="zh-CN" i="1"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16" name="文本框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4965" y="2655570"/>
                <a:ext cx="6916420" cy="637540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文本框 16"/>
              <p:cNvSpPr txBox="1"/>
              <p:nvPr/>
            </p:nvSpPr>
            <p:spPr>
              <a:xfrm>
                <a:off x="354965" y="3256915"/>
                <a:ext cx="7566025" cy="368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>
                    <a:solidFill>
                      <a:schemeClr val="accent1"/>
                    </a:solidFill>
                    <a:effectLst>
                      <a:outerShdw blurRad="38100" dist="25400" dir="5400000" algn="ctr" rotWithShape="0">
                        <a:srgbClr val="6E747A">
                          <a:alpha val="43000"/>
                        </a:srgbClr>
                      </a:outerShdw>
                    </a:effectLst>
                  </a:rPr>
                  <a:t>Based on the formula above,we have :</a:t>
                </a:r>
                <a14:m>
                  <m:oMath xmlns:m="http://schemas.openxmlformats.org/officeDocument/2006/math">
                    <m:r>
                      <a:rPr lang="en-US" altLang="zh-CN" i="1">
                        <a:solidFill>
                          <a:schemeClr val="accent1"/>
                        </a:solidFill>
                        <a:effectLst>
                          <a:outerShdw blurRad="38100" dist="25400" dir="5400000" algn="ctr" rotWithShape="0">
                            <a:srgbClr val="6E747A">
                              <a:alpha val="43000"/>
                            </a:srgbClr>
                          </a:outerShdw>
                        </a:effectLst>
                        <a:latin typeface="Cambria Math" panose="02040503050406030204" charset="0"/>
                        <a:cs typeface="Cambria Math" panose="02040503050406030204" charset="0"/>
                      </a:rPr>
                      <m:t> </m:t>
                    </m:r>
                    <m:r>
                      <a:rPr lang="en-US" altLang="zh-CN" b="1" i="1">
                        <a:solidFill>
                          <a:schemeClr val="accent1"/>
                        </a:solidFill>
                        <a:effectLst>
                          <a:outerShdw blurRad="38100" dist="25400" dir="5400000" algn="ctr" rotWithShape="0">
                            <a:srgbClr val="6E747A">
                              <a:alpha val="43000"/>
                            </a:srgbClr>
                          </a:outerShdw>
                        </a:effectLst>
                        <a:latin typeface="Cambria Math" panose="02040503050406030204" charset="0"/>
                        <a:cs typeface="Cambria Math" panose="02040503050406030204" charset="0"/>
                      </a:rPr>
                      <m:t>𝒑</m:t>
                    </m:r>
                    <m:r>
                      <a:rPr lang="en-US" altLang="zh-CN" i="1">
                        <a:solidFill>
                          <a:schemeClr val="accent1"/>
                        </a:solidFill>
                        <a:effectLst>
                          <a:outerShdw blurRad="38100" dist="25400" dir="5400000" algn="ctr" rotWithShape="0">
                            <a:srgbClr val="6E747A">
                              <a:alpha val="43000"/>
                            </a:srgbClr>
                          </a:outerShdw>
                        </a:effectLst>
                        <a:latin typeface="Cambria Math" panose="02040503050406030204" charset="0"/>
                        <a:cs typeface="Cambria Math" panose="02040503050406030204" charset="0"/>
                      </a:rPr>
                      <m:t>=</m:t>
                    </m:r>
                    <m:r>
                      <a:rPr lang="en-US" altLang="zh-CN" i="1">
                        <a:solidFill>
                          <a:schemeClr val="accent1"/>
                        </a:solidFill>
                        <a:effectLst>
                          <a:outerShdw blurRad="38100" dist="25400" dir="5400000" algn="ctr" rotWithShape="0">
                            <a:srgbClr val="6E747A">
                              <a:alpha val="43000"/>
                            </a:srgbClr>
                          </a:outerShdw>
                        </a:effectLst>
                        <a:latin typeface="Cambria Math" panose="02040503050406030204" charset="0"/>
                        <a:cs typeface="Cambria Math" panose="02040503050406030204" charset="0"/>
                      </a:rPr>
                      <m:t>𝜑</m:t>
                    </m:r>
                    <m:r>
                      <a:rPr lang="en-US" altLang="zh-CN" i="1">
                        <a:solidFill>
                          <a:schemeClr val="accent1"/>
                        </a:solidFill>
                        <a:effectLst>
                          <a:outerShdw blurRad="38100" dist="25400" dir="5400000" algn="ctr" rotWithShape="0">
                            <a:srgbClr val="6E747A">
                              <a:alpha val="43000"/>
                            </a:srgbClr>
                          </a:outerShdw>
                        </a:effectLst>
                        <a:latin typeface="Cambria Math" panose="02040503050406030204" charset="0"/>
                        <a:cs typeface="Cambria Math" panose="02040503050406030204" charset="0"/>
                      </a:rPr>
                      <m:t>(</m:t>
                    </m:r>
                    <m:r>
                      <a:rPr lang="en-US" altLang="zh-CN" b="1" i="1">
                        <a:solidFill>
                          <a:schemeClr val="accent1"/>
                        </a:solidFill>
                        <a:effectLst>
                          <a:outerShdw blurRad="38100" dist="25400" dir="5400000" algn="ctr" rotWithShape="0">
                            <a:srgbClr val="6E747A">
                              <a:alpha val="43000"/>
                            </a:srgbClr>
                          </a:outerShdw>
                        </a:effectLst>
                        <a:latin typeface="Cambria Math" panose="02040503050406030204" charset="0"/>
                        <a:cs typeface="Cambria Math" panose="02040503050406030204" charset="0"/>
                      </a:rPr>
                      <m:t>𝑿</m:t>
                    </m:r>
                    <m:r>
                      <a:rPr lang="en-US" altLang="zh-CN" i="1">
                        <a:solidFill>
                          <a:schemeClr val="accent1"/>
                        </a:solidFill>
                        <a:effectLst>
                          <a:outerShdw blurRad="38100" dist="25400" dir="5400000" algn="ctr" rotWithShape="0">
                            <a:srgbClr val="6E747A">
                              <a:alpha val="43000"/>
                            </a:srgbClr>
                          </a:outerShdw>
                        </a:effectLst>
                        <a:latin typeface="Cambria Math" panose="02040503050406030204" charset="0"/>
                        <a:cs typeface="Cambria Math" panose="02040503050406030204" charset="0"/>
                      </a:rPr>
                      <m:t>)</m:t>
                    </m:r>
                    <m:r>
                      <a:rPr lang="en-US" altLang="zh-CN" b="1" i="1">
                        <a:solidFill>
                          <a:schemeClr val="accent1"/>
                        </a:solidFill>
                        <a:effectLst>
                          <a:outerShdw blurRad="38100" dist="25400" dir="5400000" algn="ctr" rotWithShape="0">
                            <a:srgbClr val="6E747A">
                              <a:alpha val="43000"/>
                            </a:srgbClr>
                          </a:outerShdw>
                        </a:effectLst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𝜶</m:t>
                    </m:r>
                  </m:oMath>
                </a14:m>
                <a:endParaRPr lang="en-US" altLang="zh-CN" b="1" i="1"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  <a:latin typeface="Cambria Math" panose="02040503050406030204" charset="0"/>
                  <a:ea typeface="MS Mincho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17" name="文本框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4965" y="3256915"/>
                <a:ext cx="7566025" cy="368300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文本框 18"/>
          <p:cNvSpPr txBox="1"/>
          <p:nvPr/>
        </p:nvSpPr>
        <p:spPr>
          <a:xfrm>
            <a:off x="5565775" y="2933065"/>
            <a:ext cx="83693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6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}</a:t>
            </a:r>
            <a:endParaRPr lang="en-US" altLang="zh-CN" sz="360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" name="文本框 19"/>
              <p:cNvSpPr txBox="1"/>
              <p:nvPr/>
            </p:nvSpPr>
            <p:spPr>
              <a:xfrm>
                <a:off x="5252720" y="3075305"/>
                <a:ext cx="5377180" cy="3606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i="1">
                              <a:solidFill>
                                <a:schemeClr val="accent1"/>
                              </a:solidFill>
                              <a:effectLst>
                                <a:outerShdw blurRad="38100" dist="25400" dir="5400000" algn="ctr" rotWithShape="0">
                                  <a:srgbClr val="6E747A">
                                    <a:alpha val="43000"/>
                                  </a:srgbClr>
                                </a:outerShdw>
                              </a:effectLst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solidFill>
                                <a:schemeClr val="accent1"/>
                              </a:solidFill>
                              <a:effectLst>
                                <a:outerShdw blurRad="38100" dist="25400" dir="5400000" algn="ctr" rotWithShape="0">
                                  <a:srgbClr val="6E747A">
                                    <a:alpha val="43000"/>
                                  </a:srgbClr>
                                </a:outerShdw>
                              </a:effectLst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𝜑</m:t>
                          </m:r>
                          <m:r>
                            <a:rPr lang="en-US" altLang="zh-CN" i="1">
                              <a:solidFill>
                                <a:schemeClr val="accent1"/>
                              </a:solidFill>
                              <a:effectLst>
                                <a:outerShdw blurRad="38100" dist="25400" dir="5400000" algn="ctr" rotWithShape="0">
                                  <a:srgbClr val="6E747A">
                                    <a:alpha val="43000"/>
                                  </a:srgbClr>
                                </a:outerShdw>
                              </a:effectLst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(</m:t>
                          </m:r>
                          <m:r>
                            <a:rPr lang="en-US" altLang="zh-CN" b="1" i="1">
                              <a:solidFill>
                                <a:schemeClr val="accent1"/>
                              </a:solidFill>
                              <a:effectLst>
                                <a:outerShdw blurRad="38100" dist="25400" dir="5400000" algn="ctr" rotWithShape="0">
                                  <a:srgbClr val="6E747A">
                                    <a:alpha val="43000"/>
                                  </a:srgbClr>
                                </a:outerShdw>
                              </a:effectLst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𝑿</m:t>
                          </m:r>
                          <m:r>
                            <a:rPr lang="en-US" altLang="zh-CN" i="1">
                              <a:solidFill>
                                <a:schemeClr val="accent1"/>
                              </a:solidFill>
                              <a:effectLst>
                                <a:outerShdw blurRad="38100" dist="25400" dir="5400000" algn="ctr" rotWithShape="0">
                                  <a:srgbClr val="6E747A">
                                    <a:alpha val="43000"/>
                                  </a:srgbClr>
                                </a:outerShdw>
                              </a:effectLst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)</m:t>
                          </m:r>
                        </m:e>
                        <m:sup>
                          <m:r>
                            <a:rPr lang="en-US" altLang="zh-CN" i="1">
                              <a:solidFill>
                                <a:schemeClr val="accent1"/>
                              </a:solidFill>
                              <a:effectLst>
                                <a:outerShdw blurRad="38100" dist="25400" dir="5400000" algn="ctr" rotWithShape="0">
                                  <a:srgbClr val="6E747A">
                                    <a:alpha val="43000"/>
                                  </a:srgbClr>
                                </a:outerShdw>
                              </a:effectLst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𝑇</m:t>
                          </m:r>
                        </m:sup>
                      </m:sSup>
                      <m:r>
                        <a:rPr lang="en-US" altLang="zh-CN" i="1">
                          <a:solidFill>
                            <a:schemeClr val="accent1"/>
                          </a:solidFill>
                          <a:effectLst>
                            <a:outerShdw blurRad="38100" dist="25400" dir="5400000" algn="ctr" rotWithShape="0">
                              <a:srgbClr val="6E747A">
                                <a:alpha val="43000"/>
                              </a:srgbClr>
                            </a:outerShdw>
                          </a:effectLst>
                          <a:latin typeface="Cambria Math" panose="02040503050406030204" charset="0"/>
                          <a:cs typeface="Cambria Math" panose="02040503050406030204" charset="0"/>
                        </a:rPr>
                        <m:t>𝜑</m:t>
                      </m:r>
                      <m:r>
                        <a:rPr lang="en-US" altLang="zh-CN" i="1">
                          <a:solidFill>
                            <a:schemeClr val="accent1"/>
                          </a:solidFill>
                          <a:effectLst>
                            <a:outerShdw blurRad="38100" dist="25400" dir="5400000" algn="ctr" rotWithShape="0">
                              <a:srgbClr val="6E747A">
                                <a:alpha val="43000"/>
                              </a:srgbClr>
                            </a:outerShdw>
                          </a:effectLst>
                          <a:latin typeface="Cambria Math" panose="02040503050406030204" charset="0"/>
                          <a:cs typeface="Cambria Math" panose="02040503050406030204" charset="0"/>
                        </a:rPr>
                        <m:t>(</m:t>
                      </m:r>
                      <m:r>
                        <a:rPr lang="en-US" altLang="zh-CN" b="1" i="1">
                          <a:solidFill>
                            <a:schemeClr val="accent1"/>
                          </a:solidFill>
                          <a:effectLst>
                            <a:outerShdw blurRad="38100" dist="25400" dir="5400000" algn="ctr" rotWithShape="0">
                              <a:srgbClr val="6E747A">
                                <a:alpha val="43000"/>
                              </a:srgbClr>
                            </a:outerShdw>
                          </a:effectLst>
                          <a:latin typeface="Cambria Math" panose="02040503050406030204" charset="0"/>
                          <a:cs typeface="Cambria Math" panose="02040503050406030204" charset="0"/>
                        </a:rPr>
                        <m:t>𝑿</m:t>
                      </m:r>
                      <m:r>
                        <a:rPr lang="en-US" altLang="zh-CN" i="1">
                          <a:solidFill>
                            <a:schemeClr val="accent1"/>
                          </a:solidFill>
                          <a:effectLst>
                            <a:outerShdw blurRad="38100" dist="25400" dir="5400000" algn="ctr" rotWithShape="0">
                              <a:srgbClr val="6E747A">
                                <a:alpha val="43000"/>
                              </a:srgbClr>
                            </a:outerShdw>
                          </a:effectLst>
                          <a:latin typeface="Cambria Math" panose="02040503050406030204" charset="0"/>
                          <a:cs typeface="Cambria Math" panose="02040503050406030204" charset="0"/>
                        </a:rPr>
                        <m:t>)</m:t>
                      </m:r>
                      <m:sSup>
                        <m:sSupPr>
                          <m:ctrlPr>
                            <a:rPr lang="en-US" altLang="zh-CN" i="1">
                              <a:solidFill>
                                <a:schemeClr val="accent1"/>
                              </a:solidFill>
                              <a:effectLst>
                                <a:outerShdw blurRad="38100" dist="25400" dir="5400000" algn="ctr" rotWithShape="0">
                                  <a:srgbClr val="6E747A">
                                    <a:alpha val="43000"/>
                                  </a:srgbClr>
                                </a:outerShdw>
                              </a:effectLst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solidFill>
                                <a:schemeClr val="accent1"/>
                              </a:solidFill>
                              <a:effectLst>
                                <a:outerShdw blurRad="38100" dist="25400" dir="5400000" algn="ctr" rotWithShape="0">
                                  <a:srgbClr val="6E747A">
                                    <a:alpha val="43000"/>
                                  </a:srgbClr>
                                </a:outerShdw>
                              </a:effectLst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𝜑</m:t>
                          </m:r>
                          <m:r>
                            <a:rPr lang="en-US" altLang="zh-CN" i="1">
                              <a:solidFill>
                                <a:schemeClr val="accent1"/>
                              </a:solidFill>
                              <a:effectLst>
                                <a:outerShdw blurRad="38100" dist="25400" dir="5400000" algn="ctr" rotWithShape="0">
                                  <a:srgbClr val="6E747A">
                                    <a:alpha val="43000"/>
                                  </a:srgbClr>
                                </a:outerShdw>
                              </a:effectLst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(</m:t>
                          </m:r>
                          <m:r>
                            <a:rPr lang="en-US" altLang="zh-CN" b="1" i="1">
                              <a:solidFill>
                                <a:schemeClr val="accent1"/>
                              </a:solidFill>
                              <a:effectLst>
                                <a:outerShdw blurRad="38100" dist="25400" dir="5400000" algn="ctr" rotWithShape="0">
                                  <a:srgbClr val="6E747A">
                                    <a:alpha val="43000"/>
                                  </a:srgbClr>
                                </a:outerShdw>
                              </a:effectLst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𝑿</m:t>
                          </m:r>
                          <m:r>
                            <a:rPr lang="en-US" altLang="zh-CN" i="1">
                              <a:solidFill>
                                <a:schemeClr val="accent1"/>
                              </a:solidFill>
                              <a:effectLst>
                                <a:outerShdw blurRad="38100" dist="25400" dir="5400000" algn="ctr" rotWithShape="0">
                                  <a:srgbClr val="6E747A">
                                    <a:alpha val="43000"/>
                                  </a:srgbClr>
                                </a:outerShdw>
                              </a:effectLst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)</m:t>
                          </m:r>
                        </m:e>
                        <m:sup>
                          <m:r>
                            <a:rPr lang="en-US" altLang="zh-CN" i="1">
                              <a:solidFill>
                                <a:schemeClr val="accent1"/>
                              </a:solidFill>
                              <a:effectLst>
                                <a:outerShdw blurRad="38100" dist="25400" dir="5400000" algn="ctr" rotWithShape="0">
                                  <a:srgbClr val="6E747A">
                                    <a:alpha val="43000"/>
                                  </a:srgbClr>
                                </a:outerShdw>
                              </a:effectLst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𝑇</m:t>
                          </m:r>
                        </m:sup>
                      </m:sSup>
                      <m:r>
                        <a:rPr lang="en-US" altLang="zh-CN" i="1">
                          <a:solidFill>
                            <a:schemeClr val="accent1"/>
                          </a:solidFill>
                          <a:effectLst>
                            <a:outerShdw blurRad="38100" dist="25400" dir="5400000" algn="ctr" rotWithShape="0">
                              <a:srgbClr val="6E747A">
                                <a:alpha val="43000"/>
                              </a:srgbClr>
                            </a:outerShdw>
                          </a:effectLst>
                          <a:latin typeface="Cambria Math" panose="02040503050406030204" charset="0"/>
                          <a:cs typeface="Cambria Math" panose="02040503050406030204" charset="0"/>
                        </a:rPr>
                        <m:t>𝜑</m:t>
                      </m:r>
                      <m:r>
                        <a:rPr lang="en-US" altLang="zh-CN" i="1">
                          <a:solidFill>
                            <a:schemeClr val="accent1"/>
                          </a:solidFill>
                          <a:effectLst>
                            <a:outerShdw blurRad="38100" dist="25400" dir="5400000" algn="ctr" rotWithShape="0">
                              <a:srgbClr val="6E747A">
                                <a:alpha val="43000"/>
                              </a:srgbClr>
                            </a:outerShdw>
                          </a:effectLst>
                          <a:latin typeface="Cambria Math" panose="02040503050406030204" charset="0"/>
                          <a:cs typeface="Cambria Math" panose="02040503050406030204" charset="0"/>
                        </a:rPr>
                        <m:t>(</m:t>
                      </m:r>
                      <m:r>
                        <a:rPr lang="en-US" altLang="zh-CN" b="1" i="1">
                          <a:solidFill>
                            <a:schemeClr val="accent1"/>
                          </a:solidFill>
                          <a:effectLst>
                            <a:outerShdw blurRad="38100" dist="25400" dir="5400000" algn="ctr" rotWithShape="0">
                              <a:srgbClr val="6E747A">
                                <a:alpha val="43000"/>
                              </a:srgbClr>
                            </a:outerShdw>
                          </a:effectLst>
                          <a:latin typeface="Cambria Math" panose="02040503050406030204" charset="0"/>
                          <a:cs typeface="Cambria Math" panose="02040503050406030204" charset="0"/>
                        </a:rPr>
                        <m:t>𝑿</m:t>
                      </m:r>
                      <m:r>
                        <a:rPr lang="en-US" altLang="zh-CN" i="1">
                          <a:solidFill>
                            <a:schemeClr val="accent1"/>
                          </a:solidFill>
                          <a:effectLst>
                            <a:outerShdw blurRad="38100" dist="25400" dir="5400000" algn="ctr" rotWithShape="0">
                              <a:srgbClr val="6E747A">
                                <a:alpha val="43000"/>
                              </a:srgbClr>
                            </a:outerShdw>
                          </a:effectLst>
                          <a:latin typeface="Cambria Math" panose="02040503050406030204" charset="0"/>
                          <a:cs typeface="Cambria Math" panose="02040503050406030204" charset="0"/>
                        </a:rPr>
                        <m:t>)</m:t>
                      </m:r>
                      <m:r>
                        <a:rPr lang="en-US" altLang="zh-CN" b="1" i="1">
                          <a:solidFill>
                            <a:schemeClr val="accent1"/>
                          </a:solidFill>
                          <a:effectLst>
                            <a:outerShdw blurRad="38100" dist="25400" dir="5400000" algn="ctr" rotWithShape="0">
                              <a:srgbClr val="6E747A">
                                <a:alpha val="43000"/>
                              </a:srgbClr>
                            </a:outerShdw>
                          </a:effectLst>
                          <a:latin typeface="Cambria Math" panose="02040503050406030204" charset="0"/>
                          <a:cs typeface="Cambria Math" panose="02040503050406030204" charset="0"/>
                        </a:rPr>
                        <m:t>𝜶</m:t>
                      </m:r>
                      <m:r>
                        <a:rPr lang="en-US" altLang="zh-CN" i="1">
                          <a:solidFill>
                            <a:schemeClr val="accent1"/>
                          </a:solidFill>
                          <a:effectLst>
                            <a:outerShdw blurRad="38100" dist="25400" dir="5400000" algn="ctr" rotWithShape="0">
                              <a:srgbClr val="6E747A">
                                <a:alpha val="43000"/>
                              </a:srgbClr>
                            </a:outerShdw>
                          </a:effectLst>
                          <a:latin typeface="Cambria Math" panose="02040503050406030204" charset="0"/>
                          <a:cs typeface="Cambria Math" panose="02040503050406030204" charset="0"/>
                        </a:rPr>
                        <m:t>=</m:t>
                      </m:r>
                      <m:r>
                        <a:rPr lang="en-US" altLang="zh-CN" i="1">
                          <a:solidFill>
                            <a:schemeClr val="accent1"/>
                          </a:solidFill>
                          <a:effectLst>
                            <a:outerShdw blurRad="38100" dist="25400" dir="5400000" algn="ctr" rotWithShape="0">
                              <a:srgbClr val="6E747A">
                                <a:alpha val="43000"/>
                              </a:srgbClr>
                            </a:outerShdw>
                          </a:effectLst>
                          <a:latin typeface="Cambria Math" panose="02040503050406030204" charset="0"/>
                          <a:cs typeface="Cambria Math" panose="02040503050406030204" charset="0"/>
                        </a:rPr>
                        <m:t>𝜆</m:t>
                      </m:r>
                      <m:sSup>
                        <m:sSupPr>
                          <m:ctrlPr>
                            <a:rPr lang="en-US" altLang="zh-CN" i="1">
                              <a:solidFill>
                                <a:schemeClr val="accent1"/>
                              </a:solidFill>
                              <a:effectLst>
                                <a:outerShdw blurRad="38100" dist="25400" dir="5400000" algn="ctr" rotWithShape="0">
                                  <a:srgbClr val="6E747A">
                                    <a:alpha val="43000"/>
                                  </a:srgbClr>
                                </a:outerShdw>
                              </a:effectLst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solidFill>
                                <a:schemeClr val="accent1"/>
                              </a:solidFill>
                              <a:effectLst>
                                <a:outerShdw blurRad="38100" dist="25400" dir="5400000" algn="ctr" rotWithShape="0">
                                  <a:srgbClr val="6E747A">
                                    <a:alpha val="43000"/>
                                  </a:srgbClr>
                                </a:outerShdw>
                              </a:effectLst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𝜑</m:t>
                          </m:r>
                          <m:r>
                            <a:rPr lang="en-US" altLang="zh-CN" i="1">
                              <a:solidFill>
                                <a:schemeClr val="accent1"/>
                              </a:solidFill>
                              <a:effectLst>
                                <a:outerShdw blurRad="38100" dist="25400" dir="5400000" algn="ctr" rotWithShape="0">
                                  <a:srgbClr val="6E747A">
                                    <a:alpha val="43000"/>
                                  </a:srgbClr>
                                </a:outerShdw>
                              </a:effectLst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(</m:t>
                          </m:r>
                          <m:r>
                            <a:rPr lang="en-US" altLang="zh-CN" b="1" i="1">
                              <a:solidFill>
                                <a:schemeClr val="accent1"/>
                              </a:solidFill>
                              <a:effectLst>
                                <a:outerShdw blurRad="38100" dist="25400" dir="5400000" algn="ctr" rotWithShape="0">
                                  <a:srgbClr val="6E747A">
                                    <a:alpha val="43000"/>
                                  </a:srgbClr>
                                </a:outerShdw>
                              </a:effectLst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𝑿</m:t>
                          </m:r>
                          <m:r>
                            <a:rPr lang="en-US" altLang="zh-CN" i="1">
                              <a:solidFill>
                                <a:schemeClr val="accent1"/>
                              </a:solidFill>
                              <a:effectLst>
                                <a:outerShdw blurRad="38100" dist="25400" dir="5400000" algn="ctr" rotWithShape="0">
                                  <a:srgbClr val="6E747A">
                                    <a:alpha val="43000"/>
                                  </a:srgbClr>
                                </a:outerShdw>
                              </a:effectLst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)</m:t>
                          </m:r>
                        </m:e>
                        <m:sup>
                          <m:r>
                            <a:rPr lang="en-US" altLang="zh-CN" i="1">
                              <a:solidFill>
                                <a:schemeClr val="accent1"/>
                              </a:solidFill>
                              <a:effectLst>
                                <a:outerShdw blurRad="38100" dist="25400" dir="5400000" algn="ctr" rotWithShape="0">
                                  <a:srgbClr val="6E747A">
                                    <a:alpha val="43000"/>
                                  </a:srgbClr>
                                </a:outerShdw>
                              </a:effectLst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𝑇</m:t>
                          </m:r>
                        </m:sup>
                      </m:sSup>
                      <m:r>
                        <a:rPr lang="en-US" altLang="zh-CN" i="1">
                          <a:solidFill>
                            <a:schemeClr val="accent1"/>
                          </a:solidFill>
                          <a:effectLst>
                            <a:outerShdw blurRad="38100" dist="25400" dir="5400000" algn="ctr" rotWithShape="0">
                              <a:srgbClr val="6E747A">
                                <a:alpha val="43000"/>
                              </a:srgbClr>
                            </a:outerShdw>
                          </a:effectLst>
                          <a:latin typeface="Cambria Math" panose="02040503050406030204" charset="0"/>
                          <a:cs typeface="Cambria Math" panose="02040503050406030204" charset="0"/>
                        </a:rPr>
                        <m:t>𝜑</m:t>
                      </m:r>
                      <m:r>
                        <a:rPr lang="en-US" altLang="zh-CN" i="1">
                          <a:solidFill>
                            <a:schemeClr val="accent1"/>
                          </a:solidFill>
                          <a:effectLst>
                            <a:outerShdw blurRad="38100" dist="25400" dir="5400000" algn="ctr" rotWithShape="0">
                              <a:srgbClr val="6E747A">
                                <a:alpha val="43000"/>
                              </a:srgbClr>
                            </a:outerShdw>
                          </a:effectLst>
                          <a:latin typeface="Cambria Math" panose="02040503050406030204" charset="0"/>
                          <a:cs typeface="Cambria Math" panose="02040503050406030204" charset="0"/>
                        </a:rPr>
                        <m:t>(</m:t>
                      </m:r>
                      <m:r>
                        <a:rPr lang="en-US" altLang="zh-CN" b="1" i="1">
                          <a:solidFill>
                            <a:schemeClr val="accent1"/>
                          </a:solidFill>
                          <a:effectLst>
                            <a:outerShdw blurRad="38100" dist="25400" dir="5400000" algn="ctr" rotWithShape="0">
                              <a:srgbClr val="6E747A">
                                <a:alpha val="43000"/>
                              </a:srgbClr>
                            </a:outerShdw>
                          </a:effectLst>
                          <a:latin typeface="Cambria Math" panose="02040503050406030204" charset="0"/>
                          <a:cs typeface="Cambria Math" panose="02040503050406030204" charset="0"/>
                        </a:rPr>
                        <m:t>𝑿</m:t>
                      </m:r>
                      <m:r>
                        <a:rPr lang="en-US" altLang="zh-CN" i="1">
                          <a:solidFill>
                            <a:schemeClr val="accent1"/>
                          </a:solidFill>
                          <a:effectLst>
                            <a:outerShdw blurRad="38100" dist="25400" dir="5400000" algn="ctr" rotWithShape="0">
                              <a:srgbClr val="6E747A">
                                <a:alpha val="43000"/>
                              </a:srgbClr>
                            </a:outerShdw>
                          </a:effectLst>
                          <a:latin typeface="Cambria Math" panose="02040503050406030204" charset="0"/>
                          <a:cs typeface="Cambria Math" panose="02040503050406030204" charset="0"/>
                        </a:rPr>
                        <m:t>)</m:t>
                      </m:r>
                      <m:r>
                        <a:rPr lang="en-US" altLang="zh-CN" b="1" i="1">
                          <a:solidFill>
                            <a:schemeClr val="accent1"/>
                          </a:solidFill>
                          <a:effectLst>
                            <a:outerShdw blurRad="38100" dist="25400" dir="5400000" algn="ctr" rotWithShape="0">
                              <a:srgbClr val="6E747A">
                                <a:alpha val="43000"/>
                              </a:srgbClr>
                            </a:outerShdw>
                          </a:effectLst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𝜶</m:t>
                      </m:r>
                    </m:oMath>
                  </m:oMathPara>
                </a14:m>
                <a:endParaRPr lang="en-US" altLang="zh-CN" b="1" i="1"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  <a:latin typeface="Cambria Math" panose="02040503050406030204" charset="0"/>
                  <a:ea typeface="MS Mincho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20" name="文本框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52720" y="3075305"/>
                <a:ext cx="5377180" cy="360680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文本框 20"/>
              <p:cNvSpPr txBox="1"/>
              <p:nvPr/>
            </p:nvSpPr>
            <p:spPr>
              <a:xfrm>
                <a:off x="354965" y="3578225"/>
                <a:ext cx="3295015" cy="3784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>
                    <a:solidFill>
                      <a:schemeClr val="accent1"/>
                    </a:solidFill>
                    <a:effectLst>
                      <a:outerShdw blurRad="38100" dist="25400" dir="5400000" algn="ctr" rotWithShape="0">
                        <a:srgbClr val="6E747A">
                          <a:alpha val="43000"/>
                        </a:srgbClr>
                      </a:outerShdw>
                    </a:effectLst>
                  </a:rPr>
                  <a:t>We define </a:t>
                </a:r>
                <a14:m>
                  <m:oMath xmlns:m="http://schemas.openxmlformats.org/officeDocument/2006/math">
                    <m:r>
                      <a:rPr lang="en-US" altLang="zh-CN" b="1" i="1">
                        <a:solidFill>
                          <a:schemeClr val="accent1"/>
                        </a:solidFill>
                        <a:effectLst>
                          <a:outerShdw blurRad="38100" dist="25400" dir="5400000" algn="ctr" rotWithShape="0">
                            <a:srgbClr val="6E747A">
                              <a:alpha val="43000"/>
                            </a:srgbClr>
                          </a:outerShdw>
                        </a:effectLst>
                        <a:latin typeface="Cambria Math" panose="02040503050406030204" charset="0"/>
                        <a:cs typeface="Cambria Math" panose="02040503050406030204" charset="0"/>
                      </a:rPr>
                      <m:t>𝑲</m:t>
                    </m:r>
                    <m:r>
                      <a:rPr lang="en-US" altLang="zh-CN" i="1">
                        <a:solidFill>
                          <a:schemeClr val="accent1"/>
                        </a:solidFill>
                        <a:effectLst>
                          <a:outerShdw blurRad="38100" dist="25400" dir="5400000" algn="ctr" rotWithShape="0">
                            <a:srgbClr val="6E747A">
                              <a:alpha val="43000"/>
                            </a:srgbClr>
                          </a:outerShdw>
                        </a:effectLst>
                        <a:latin typeface="Cambria Math" panose="02040503050406030204" charset="0"/>
                        <a:cs typeface="Cambria Math" panose="02040503050406030204" charset="0"/>
                      </a:rPr>
                      <m:t>≝</m:t>
                    </m:r>
                    <m:sSup>
                      <m:sSupPr>
                        <m:ctrlPr>
                          <a:rPr lang="en-US" altLang="zh-CN" i="1">
                            <a:solidFill>
                              <a:schemeClr val="accent1"/>
                            </a:solidFill>
                            <a:effectLst>
                              <a:outerShdw blurRad="38100" dist="25400" dir="5400000" algn="ctr" rotWithShape="0">
                                <a:srgbClr val="6E747A">
                                  <a:alpha val="43000"/>
                                </a:srgbClr>
                              </a:outerShdw>
                            </a:effectLst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pPr>
                      <m:e>
                        <m:r>
                          <a:rPr lang="en-US" altLang="zh-CN" i="1">
                            <a:solidFill>
                              <a:schemeClr val="accent1"/>
                            </a:solidFill>
                            <a:effectLst>
                              <a:outerShdw blurRad="38100" dist="25400" dir="5400000" algn="ctr" rotWithShape="0">
                                <a:srgbClr val="6E747A">
                                  <a:alpha val="43000"/>
                                </a:srgbClr>
                              </a:outerShdw>
                            </a:effectLst>
                            <a:latin typeface="Cambria Math" panose="02040503050406030204" charset="0"/>
                            <a:cs typeface="Cambria Math" panose="02040503050406030204" charset="0"/>
                          </a:rPr>
                          <m:t>𝜑</m:t>
                        </m:r>
                        <m:r>
                          <a:rPr lang="en-US" altLang="zh-CN" i="1">
                            <a:solidFill>
                              <a:schemeClr val="accent1"/>
                            </a:solidFill>
                            <a:effectLst>
                              <a:outerShdw blurRad="38100" dist="25400" dir="5400000" algn="ctr" rotWithShape="0">
                                <a:srgbClr val="6E747A">
                                  <a:alpha val="43000"/>
                                </a:srgbClr>
                              </a:outerShdw>
                            </a:effectLst>
                            <a:latin typeface="Cambria Math" panose="02040503050406030204" charset="0"/>
                            <a:cs typeface="Cambria Math" panose="02040503050406030204" charset="0"/>
                          </a:rPr>
                          <m:t>(</m:t>
                        </m:r>
                        <m:r>
                          <a:rPr lang="en-US" altLang="zh-CN" b="1" i="1">
                            <a:solidFill>
                              <a:schemeClr val="accent1"/>
                            </a:solidFill>
                            <a:effectLst>
                              <a:outerShdw blurRad="38100" dist="25400" dir="5400000" algn="ctr" rotWithShape="0">
                                <a:srgbClr val="6E747A">
                                  <a:alpha val="43000"/>
                                </a:srgbClr>
                              </a:outerShdw>
                            </a:effectLst>
                            <a:latin typeface="Cambria Math" panose="02040503050406030204" charset="0"/>
                            <a:cs typeface="Cambria Math" panose="02040503050406030204" charset="0"/>
                          </a:rPr>
                          <m:t>𝑿</m:t>
                        </m:r>
                        <m:r>
                          <a:rPr lang="en-US" altLang="zh-CN" i="1">
                            <a:solidFill>
                              <a:schemeClr val="accent1"/>
                            </a:solidFill>
                            <a:effectLst>
                              <a:outerShdw blurRad="38100" dist="25400" dir="5400000" algn="ctr" rotWithShape="0">
                                <a:srgbClr val="6E747A">
                                  <a:alpha val="43000"/>
                                </a:srgbClr>
                              </a:outerShdw>
                            </a:effectLst>
                            <a:latin typeface="Cambria Math" panose="02040503050406030204" charset="0"/>
                            <a:cs typeface="Cambria Math" panose="02040503050406030204" charset="0"/>
                          </a:rPr>
                          <m:t>)</m:t>
                        </m:r>
                      </m:e>
                      <m:sup>
                        <m:r>
                          <a:rPr lang="en-US" altLang="zh-CN" i="1">
                            <a:solidFill>
                              <a:schemeClr val="accent1"/>
                            </a:solidFill>
                            <a:effectLst>
                              <a:outerShdw blurRad="38100" dist="25400" dir="5400000" algn="ctr" rotWithShape="0">
                                <a:srgbClr val="6E747A">
                                  <a:alpha val="43000"/>
                                </a:srgbClr>
                              </a:outerShdw>
                            </a:effectLst>
                            <a:latin typeface="Cambria Math" panose="02040503050406030204" charset="0"/>
                            <a:cs typeface="Cambria Math" panose="02040503050406030204" charset="0"/>
                          </a:rPr>
                          <m:t>𝑇</m:t>
                        </m:r>
                      </m:sup>
                    </m:sSup>
                    <m:r>
                      <a:rPr lang="en-US" altLang="zh-CN" i="1">
                        <a:solidFill>
                          <a:schemeClr val="accent1"/>
                        </a:solidFill>
                        <a:effectLst>
                          <a:outerShdw blurRad="38100" dist="25400" dir="5400000" algn="ctr" rotWithShape="0">
                            <a:srgbClr val="6E747A">
                              <a:alpha val="43000"/>
                            </a:srgbClr>
                          </a:outerShdw>
                        </a:effectLst>
                        <a:latin typeface="Cambria Math" panose="02040503050406030204" charset="0"/>
                        <a:cs typeface="Cambria Math" panose="02040503050406030204" charset="0"/>
                      </a:rPr>
                      <m:t>𝜑</m:t>
                    </m:r>
                    <m:r>
                      <a:rPr lang="en-US" altLang="zh-CN" i="1">
                        <a:solidFill>
                          <a:schemeClr val="accent1"/>
                        </a:solidFill>
                        <a:effectLst>
                          <a:outerShdw blurRad="38100" dist="25400" dir="5400000" algn="ctr" rotWithShape="0">
                            <a:srgbClr val="6E747A">
                              <a:alpha val="43000"/>
                            </a:srgbClr>
                          </a:outerShdw>
                        </a:effectLst>
                        <a:latin typeface="Cambria Math" panose="02040503050406030204" charset="0"/>
                        <a:cs typeface="Cambria Math" panose="02040503050406030204" charset="0"/>
                      </a:rPr>
                      <m:t>(</m:t>
                    </m:r>
                    <m:r>
                      <a:rPr lang="en-US" altLang="zh-CN" b="1" i="1">
                        <a:solidFill>
                          <a:schemeClr val="accent1"/>
                        </a:solidFill>
                        <a:effectLst>
                          <a:outerShdw blurRad="38100" dist="25400" dir="5400000" algn="ctr" rotWithShape="0">
                            <a:srgbClr val="6E747A">
                              <a:alpha val="43000"/>
                            </a:srgbClr>
                          </a:outerShdw>
                        </a:effectLst>
                        <a:latin typeface="Cambria Math" panose="02040503050406030204" charset="0"/>
                        <a:cs typeface="Cambria Math" panose="02040503050406030204" charset="0"/>
                      </a:rPr>
                      <m:t>𝑿</m:t>
                    </m:r>
                    <m:r>
                      <a:rPr lang="en-US" altLang="zh-CN" i="1">
                        <a:solidFill>
                          <a:schemeClr val="accent1"/>
                        </a:solidFill>
                        <a:effectLst>
                          <a:outerShdw blurRad="38100" dist="25400" dir="5400000" algn="ctr" rotWithShape="0">
                            <a:srgbClr val="6E747A">
                              <a:alpha val="43000"/>
                            </a:srgbClr>
                          </a:outerShdw>
                        </a:effectLst>
                        <a:latin typeface="Cambria Math" panose="02040503050406030204" charset="0"/>
                        <a:cs typeface="Cambria Math" panose="02040503050406030204" charset="0"/>
                      </a:rPr>
                      <m:t>)</m:t>
                    </m:r>
                  </m:oMath>
                </a14:m>
                <a:r>
                  <a:rPr lang="en-US" altLang="zh-CN">
                    <a:solidFill>
                      <a:schemeClr val="accent1"/>
                    </a:solidFill>
                    <a:effectLst>
                      <a:outerShdw blurRad="38100" dist="25400" dir="5400000" algn="ctr" rotWithShape="0">
                        <a:srgbClr val="6E747A">
                          <a:alpha val="43000"/>
                        </a:srgbClr>
                      </a:outerShdw>
                    </a:effectLst>
                  </a:rPr>
                  <a:t> </a:t>
                </a:r>
                <a:endParaRPr lang="en-US" altLang="zh-CN" i="1"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  <a:latin typeface="Cambria Math" panose="02040503050406030204" charset="0"/>
                  <a:ea typeface="MS Mincho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21" name="文本框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4965" y="3578225"/>
                <a:ext cx="3295015" cy="378460"/>
              </a:xfrm>
              <a:prstGeom prst="rect">
                <a:avLst/>
              </a:prstGeom>
              <a:blipFill rotWithShape="1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" name="直接连接符 21"/>
          <p:cNvCxnSpPr/>
          <p:nvPr/>
        </p:nvCxnSpPr>
        <p:spPr>
          <a:xfrm flipV="1">
            <a:off x="3202305" y="3761105"/>
            <a:ext cx="819150" cy="1143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/>
        </p:nvCxnSpPr>
        <p:spPr>
          <a:xfrm flipV="1">
            <a:off x="3202305" y="3824605"/>
            <a:ext cx="819150" cy="1143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4" name="直接连接符 23"/>
          <p:cNvCxnSpPr/>
          <p:nvPr/>
        </p:nvCxnSpPr>
        <p:spPr>
          <a:xfrm>
            <a:off x="3895090" y="3621405"/>
            <a:ext cx="163830" cy="20447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5" name="直接连接符 24"/>
          <p:cNvCxnSpPr/>
          <p:nvPr/>
        </p:nvCxnSpPr>
        <p:spPr>
          <a:xfrm flipV="1">
            <a:off x="3877310" y="3820160"/>
            <a:ext cx="170180" cy="111125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6" name="文本框 25"/>
              <p:cNvSpPr txBox="1"/>
              <p:nvPr/>
            </p:nvSpPr>
            <p:spPr>
              <a:xfrm>
                <a:off x="2655570" y="3621405"/>
                <a:ext cx="4406265" cy="368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>
                          <a:solidFill>
                            <a:schemeClr val="accent1"/>
                          </a:solidFill>
                          <a:effectLst>
                            <a:outerShdw blurRad="38100" dist="25400" dir="5400000" algn="ctr" rotWithShape="0">
                              <a:srgbClr val="6E747A">
                                <a:alpha val="43000"/>
                              </a:srgbClr>
                            </a:outerShdw>
                          </a:effectLst>
                          <a:latin typeface="Cambria Math" panose="02040503050406030204" charset="0"/>
                          <a:cs typeface="Cambria Math" panose="02040503050406030204" charset="0"/>
                        </a:rPr>
                        <m:t>𝑲</m:t>
                      </m:r>
                      <m:r>
                        <a:rPr lang="en-US" altLang="zh-CN" i="1">
                          <a:solidFill>
                            <a:schemeClr val="accent1"/>
                          </a:solidFill>
                          <a:effectLst>
                            <a:outerShdw blurRad="38100" dist="25400" dir="5400000" algn="ctr" rotWithShape="0">
                              <a:srgbClr val="6E747A">
                                <a:alpha val="43000"/>
                              </a:srgbClr>
                            </a:outerShdw>
                          </a:effectLst>
                          <a:latin typeface="Cambria Math" panose="02040503050406030204" charset="0"/>
                          <a:cs typeface="Cambria Math" panose="02040503050406030204" charset="0"/>
                        </a:rPr>
                        <m:t>·</m:t>
                      </m:r>
                      <m:r>
                        <a:rPr lang="en-US" altLang="zh-CN" b="1" i="1">
                          <a:solidFill>
                            <a:schemeClr val="accent1"/>
                          </a:solidFill>
                          <a:effectLst>
                            <a:outerShdw blurRad="38100" dist="25400" dir="5400000" algn="ctr" rotWithShape="0">
                              <a:srgbClr val="6E747A">
                                <a:alpha val="43000"/>
                              </a:srgbClr>
                            </a:outerShdw>
                          </a:effectLst>
                          <a:latin typeface="Cambria Math" panose="02040503050406030204" charset="0"/>
                          <a:cs typeface="Cambria Math" panose="02040503050406030204" charset="0"/>
                        </a:rPr>
                        <m:t>𝑲</m:t>
                      </m:r>
                      <m:r>
                        <a:rPr lang="en-US" altLang="zh-CN" b="1" i="1">
                          <a:solidFill>
                            <a:schemeClr val="accent1"/>
                          </a:solidFill>
                          <a:effectLst>
                            <a:outerShdw blurRad="38100" dist="25400" dir="5400000" algn="ctr" rotWithShape="0">
                              <a:srgbClr val="6E747A">
                                <a:alpha val="43000"/>
                              </a:srgbClr>
                            </a:outerShdw>
                          </a:effectLst>
                          <a:latin typeface="Cambria Math" panose="02040503050406030204" charset="0"/>
                          <a:cs typeface="Cambria Math" panose="02040503050406030204" charset="0"/>
                        </a:rPr>
                        <m:t>𝜶</m:t>
                      </m:r>
                      <m:r>
                        <a:rPr lang="en-US" altLang="zh-CN" b="1" i="1">
                          <a:solidFill>
                            <a:schemeClr val="accent1"/>
                          </a:solidFill>
                          <a:effectLst>
                            <a:outerShdw blurRad="38100" dist="25400" dir="5400000" algn="ctr" rotWithShape="0">
                              <a:srgbClr val="6E747A">
                                <a:alpha val="43000"/>
                              </a:srgbClr>
                            </a:outerShdw>
                          </a:effectLst>
                          <a:latin typeface="Cambria Math" panose="02040503050406030204" charset="0"/>
                          <a:cs typeface="Cambria Math" panose="02040503050406030204" charset="0"/>
                        </a:rPr>
                        <m:t>=</m:t>
                      </m:r>
                      <m:r>
                        <a:rPr lang="en-US" altLang="zh-CN" i="1">
                          <a:solidFill>
                            <a:schemeClr val="accent1"/>
                          </a:solidFill>
                          <a:effectLst>
                            <a:outerShdw blurRad="38100" dist="25400" dir="5400000" algn="ctr" rotWithShape="0">
                              <a:srgbClr val="6E747A">
                                <a:alpha val="43000"/>
                              </a:srgbClr>
                            </a:outerShdw>
                          </a:effectLst>
                          <a:latin typeface="Cambria Math" panose="02040503050406030204" charset="0"/>
                          <a:cs typeface="Cambria Math" panose="02040503050406030204" charset="0"/>
                        </a:rPr>
                        <m:t>𝜆</m:t>
                      </m:r>
                      <m:r>
                        <a:rPr lang="en-US" altLang="zh-CN" b="1" i="1">
                          <a:solidFill>
                            <a:schemeClr val="accent1"/>
                          </a:solidFill>
                          <a:effectLst>
                            <a:outerShdw blurRad="38100" dist="25400" dir="5400000" algn="ctr" rotWithShape="0">
                              <a:srgbClr val="6E747A">
                                <a:alpha val="43000"/>
                              </a:srgbClr>
                            </a:outerShdw>
                          </a:effectLst>
                          <a:latin typeface="Cambria Math" panose="02040503050406030204" charset="0"/>
                          <a:cs typeface="Cambria Math" panose="02040503050406030204" charset="0"/>
                        </a:rPr>
                        <m:t>𝑲</m:t>
                      </m:r>
                      <m:r>
                        <a:rPr lang="en-US" altLang="zh-CN" b="1" i="1">
                          <a:solidFill>
                            <a:schemeClr val="accent1"/>
                          </a:solidFill>
                          <a:effectLst>
                            <a:outerShdw blurRad="38100" dist="25400" dir="5400000" algn="ctr" rotWithShape="0">
                              <a:srgbClr val="6E747A">
                                <a:alpha val="43000"/>
                              </a:srgbClr>
                            </a:outerShdw>
                          </a:effectLst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𝜶</m:t>
                      </m:r>
                    </m:oMath>
                  </m:oMathPara>
                </a14:m>
                <a:endParaRPr lang="zh-CN" altLang="en-US" b="1"/>
              </a:p>
            </p:txBody>
          </p:sp>
        </mc:Choice>
        <mc:Fallback>
          <p:sp>
            <p:nvSpPr>
              <p:cNvPr id="26" name="文本框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55570" y="3621405"/>
                <a:ext cx="4406265" cy="368300"/>
              </a:xfrm>
              <a:prstGeom prst="rect">
                <a:avLst/>
              </a:prstGeom>
              <a:blipFill rotWithShape="1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7" name="文本框 26"/>
              <p:cNvSpPr txBox="1"/>
              <p:nvPr/>
            </p:nvSpPr>
            <p:spPr>
              <a:xfrm>
                <a:off x="354965" y="3965575"/>
                <a:ext cx="6495415" cy="368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>
                    <a:solidFill>
                      <a:schemeClr val="accent1"/>
                    </a:solidFill>
                    <a:effectLst>
                      <a:outerShdw blurRad="38100" dist="25400" dir="5400000" algn="ctr" rotWithShape="0">
                        <a:srgbClr val="6E747A">
                          <a:alpha val="43000"/>
                        </a:srgbClr>
                      </a:outerShdw>
                    </a:effectLst>
                  </a:rPr>
                  <a:t>Its equivalent propositions is </a:t>
                </a:r>
                <a14:m>
                  <m:oMath xmlns:m="http://schemas.openxmlformats.org/officeDocument/2006/math">
                    <m:r>
                      <a:rPr lang="en-US" altLang="zh-CN" b="1" i="1">
                        <a:solidFill>
                          <a:schemeClr val="accent1"/>
                        </a:solidFill>
                        <a:effectLst>
                          <a:outerShdw blurRad="38100" dist="25400" dir="5400000" algn="ctr" rotWithShape="0">
                            <a:srgbClr val="6E747A">
                              <a:alpha val="43000"/>
                            </a:srgbClr>
                          </a:outerShdw>
                        </a:effectLst>
                        <a:latin typeface="Cambria Math" panose="02040503050406030204" charset="0"/>
                        <a:cs typeface="Cambria Math" panose="02040503050406030204" charset="0"/>
                      </a:rPr>
                      <m:t>𝑲</m:t>
                    </m:r>
                    <m:r>
                      <a:rPr lang="en-US" altLang="zh-CN" b="1" i="1">
                        <a:solidFill>
                          <a:schemeClr val="accent1"/>
                        </a:solidFill>
                        <a:effectLst>
                          <a:outerShdw blurRad="38100" dist="25400" dir="5400000" algn="ctr" rotWithShape="0">
                            <a:srgbClr val="6E747A">
                              <a:alpha val="43000"/>
                            </a:srgbClr>
                          </a:outerShdw>
                        </a:effectLst>
                        <a:latin typeface="Cambria Math" panose="02040503050406030204" charset="0"/>
                        <a:cs typeface="Cambria Math" panose="02040503050406030204" charset="0"/>
                      </a:rPr>
                      <m:t>𝜶</m:t>
                    </m:r>
                    <m:r>
                      <a:rPr lang="en-US" altLang="zh-CN" b="1" i="1">
                        <a:solidFill>
                          <a:schemeClr val="accent1"/>
                        </a:solidFill>
                        <a:effectLst>
                          <a:outerShdw blurRad="38100" dist="25400" dir="5400000" algn="ctr" rotWithShape="0">
                            <a:srgbClr val="6E747A">
                              <a:alpha val="43000"/>
                            </a:srgbClr>
                          </a:outerShdw>
                        </a:effectLst>
                        <a:latin typeface="Cambria Math" panose="02040503050406030204" charset="0"/>
                        <a:cs typeface="Cambria Math" panose="02040503050406030204" charset="0"/>
                      </a:rPr>
                      <m:t>=</m:t>
                    </m:r>
                    <m:r>
                      <a:rPr lang="en-US" altLang="zh-CN" i="1">
                        <a:solidFill>
                          <a:schemeClr val="accent1"/>
                        </a:solidFill>
                        <a:effectLst>
                          <a:outerShdw blurRad="38100" dist="25400" dir="5400000" algn="ctr" rotWithShape="0">
                            <a:srgbClr val="6E747A">
                              <a:alpha val="43000"/>
                            </a:srgbClr>
                          </a:outerShdw>
                        </a:effectLst>
                        <a:latin typeface="Cambria Math" panose="02040503050406030204" charset="0"/>
                        <a:cs typeface="Cambria Math" panose="02040503050406030204" charset="0"/>
                      </a:rPr>
                      <m:t>𝜆</m:t>
                    </m:r>
                    <m:r>
                      <a:rPr lang="en-US" altLang="zh-CN" b="1" i="1">
                        <a:solidFill>
                          <a:schemeClr val="accent1"/>
                        </a:solidFill>
                        <a:effectLst>
                          <a:outerShdw blurRad="38100" dist="25400" dir="5400000" algn="ctr" rotWithShape="0">
                            <a:srgbClr val="6E747A">
                              <a:alpha val="43000"/>
                            </a:srgbClr>
                          </a:outerShdw>
                        </a:effectLst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𝜶</m:t>
                    </m:r>
                  </m:oMath>
                </a14:m>
                <a:r>
                  <a:rPr lang="en-US" altLang="zh-CN">
                    <a:solidFill>
                      <a:schemeClr val="accent1"/>
                    </a:solidFill>
                    <a:effectLst>
                      <a:outerShdw blurRad="38100" dist="25400" dir="5400000" algn="ctr" rotWithShape="0">
                        <a:srgbClr val="6E747A">
                          <a:alpha val="43000"/>
                        </a:srgbClr>
                      </a:outerShdw>
                    </a:effectLst>
                  </a:rPr>
                  <a:t> (due to symmetry of </a:t>
                </a:r>
                <a:r>
                  <a:rPr lang="en-US" altLang="zh-CN" b="1" i="1">
                    <a:solidFill>
                      <a:schemeClr val="accent1"/>
                    </a:solidFill>
                    <a:effectLst>
                      <a:outerShdw blurRad="38100" dist="25400" dir="5400000" algn="ctr" rotWithShape="0">
                        <a:srgbClr val="6E747A">
                          <a:alpha val="43000"/>
                        </a:srgbClr>
                      </a:outerShdw>
                    </a:effectLst>
                  </a:rPr>
                  <a:t>K</a:t>
                </a:r>
                <a:r>
                  <a:rPr lang="en-US" altLang="zh-CN">
                    <a:solidFill>
                      <a:schemeClr val="accent1"/>
                    </a:solidFill>
                    <a:effectLst>
                      <a:outerShdw blurRad="38100" dist="25400" dir="5400000" algn="ctr" rotWithShape="0">
                        <a:srgbClr val="6E747A">
                          <a:alpha val="43000"/>
                        </a:srgbClr>
                      </a:outerShdw>
                    </a:effectLst>
                  </a:rPr>
                  <a:t>) </a:t>
                </a:r>
                <a:endParaRPr lang="en-US" altLang="zh-CN"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endParaRPr>
              </a:p>
            </p:txBody>
          </p:sp>
        </mc:Choice>
        <mc:Fallback>
          <p:sp>
            <p:nvSpPr>
              <p:cNvPr id="27" name="文本框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4965" y="3965575"/>
                <a:ext cx="6495415" cy="368300"/>
              </a:xfrm>
              <a:prstGeom prst="rect">
                <a:avLst/>
              </a:prstGeom>
              <a:blipFill rotWithShape="1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8" name="文本框 27"/>
              <p:cNvSpPr txBox="1"/>
              <p:nvPr/>
            </p:nvSpPr>
            <p:spPr>
              <a:xfrm>
                <a:off x="354965" y="4352925"/>
                <a:ext cx="6143625" cy="4165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>
                    <a:solidFill>
                      <a:schemeClr val="accent1"/>
                    </a:solidFill>
                    <a:effectLst>
                      <a:outerShdw blurRad="38100" dist="25400" dir="5400000" algn="ctr" rotWithShape="0">
                        <a:srgbClr val="6E747A">
                          <a:alpha val="43000"/>
                        </a:srgbClr>
                      </a:outerShdw>
                    </a:effectLst>
                  </a:rPr>
                  <a:t>kernel trick: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>
                            <a:solidFill>
                              <a:schemeClr val="accent1"/>
                            </a:solidFill>
                            <a:effectLst>
                              <a:outerShdw blurRad="38100" dist="25400" dir="5400000" algn="ctr" rotWithShape="0">
                                <a:srgbClr val="6E747A">
                                  <a:alpha val="43000"/>
                                </a:srgbClr>
                              </a:outerShdw>
                            </a:effectLst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b="1" i="1">
                            <a:solidFill>
                              <a:schemeClr val="accent1"/>
                            </a:solidFill>
                            <a:effectLst>
                              <a:outerShdw blurRad="38100" dist="25400" dir="5400000" algn="ctr" rotWithShape="0">
                                <a:srgbClr val="6E747A">
                                  <a:alpha val="43000"/>
                                </a:srgbClr>
                              </a:outerShdw>
                            </a:effectLst>
                            <a:latin typeface="Cambria Math" panose="02040503050406030204" charset="0"/>
                            <a:cs typeface="Cambria Math" panose="02040503050406030204" charset="0"/>
                          </a:rPr>
                          <m:t>𝑲</m:t>
                        </m:r>
                      </m:e>
                      <m:sub>
                        <m:r>
                          <a:rPr lang="en-US" altLang="zh-CN" b="1" i="1">
                            <a:solidFill>
                              <a:schemeClr val="accent1"/>
                            </a:solidFill>
                            <a:effectLst>
                              <a:outerShdw blurRad="38100" dist="25400" dir="5400000" algn="ctr" rotWithShape="0">
                                <a:srgbClr val="6E747A">
                                  <a:alpha val="43000"/>
                                </a:srgbClr>
                              </a:outerShdw>
                            </a:effectLst>
                            <a:latin typeface="Cambria Math" panose="02040503050406030204" charset="0"/>
                            <a:cs typeface="Cambria Math" panose="02040503050406030204" charset="0"/>
                          </a:rPr>
                          <m:t>𝒊𝒋</m:t>
                        </m:r>
                      </m:sub>
                    </m:sSub>
                    <m:r>
                      <a:rPr lang="en-US" altLang="zh-CN" i="1">
                        <a:solidFill>
                          <a:schemeClr val="accent1"/>
                        </a:solidFill>
                        <a:effectLst>
                          <a:outerShdw blurRad="38100" dist="25400" dir="5400000" algn="ctr" rotWithShape="0">
                            <a:srgbClr val="6E747A">
                              <a:alpha val="43000"/>
                            </a:srgbClr>
                          </a:outerShdw>
                        </a:effectLst>
                        <a:latin typeface="Cambria Math" panose="02040503050406030204" charset="0"/>
                        <a:cs typeface="Cambria Math" panose="02040503050406030204" charset="0"/>
                      </a:rPr>
                      <m:t>=</m:t>
                    </m:r>
                    <m:sSup>
                      <m:sSupPr>
                        <m:ctrlPr>
                          <a:rPr lang="en-US" altLang="zh-CN" i="1">
                            <a:solidFill>
                              <a:schemeClr val="accent1"/>
                            </a:solidFill>
                            <a:effectLst>
                              <a:outerShdw blurRad="38100" dist="25400" dir="5400000" algn="ctr" rotWithShape="0">
                                <a:srgbClr val="6E747A">
                                  <a:alpha val="43000"/>
                                </a:srgbClr>
                              </a:outerShdw>
                            </a:effectLst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pPr>
                      <m:e>
                        <m:r>
                          <a:rPr lang="en-US" altLang="zh-CN" i="1">
                            <a:solidFill>
                              <a:schemeClr val="accent1"/>
                            </a:solidFill>
                            <a:effectLst>
                              <a:outerShdw blurRad="38100" dist="25400" dir="5400000" algn="ctr" rotWithShape="0">
                                <a:srgbClr val="6E747A">
                                  <a:alpha val="43000"/>
                                </a:srgbClr>
                              </a:outerShdw>
                            </a:effectLst>
                            <a:latin typeface="Cambria Math" panose="02040503050406030204" charset="0"/>
                            <a:cs typeface="Cambria Math" panose="02040503050406030204" charset="0"/>
                          </a:rPr>
                          <m:t>𝜑</m:t>
                        </m:r>
                        <m:r>
                          <a:rPr lang="en-US" altLang="zh-CN" i="1">
                            <a:solidFill>
                              <a:schemeClr val="accent1"/>
                            </a:solidFill>
                            <a:effectLst>
                              <a:outerShdw blurRad="38100" dist="25400" dir="5400000" algn="ctr" rotWithShape="0">
                                <a:srgbClr val="6E747A">
                                  <a:alpha val="43000"/>
                                </a:srgbClr>
                              </a:outerShdw>
                            </a:effectLst>
                            <a:latin typeface="Cambria Math" panose="02040503050406030204" charset="0"/>
                            <a:cs typeface="Cambria Math" panose="02040503050406030204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CN" b="1" i="1">
                                <a:solidFill>
                                  <a:schemeClr val="accent1"/>
                                </a:solidFill>
                                <a:effectLst>
                                  <a:outerShdw blurRad="38100" dist="25400" dir="5400000" algn="ctr" rotWithShape="0">
                                    <a:srgbClr val="6E747A">
                                      <a:alpha val="43000"/>
                                    </a:srgbClr>
                                  </a:outerShdw>
                                </a:effectLst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lang="en-US" altLang="zh-CN" b="1" i="1">
                                <a:solidFill>
                                  <a:schemeClr val="accent1"/>
                                </a:solidFill>
                                <a:effectLst>
                                  <a:outerShdw blurRad="38100" dist="25400" dir="5400000" algn="ctr" rotWithShape="0">
                                    <a:srgbClr val="6E747A">
                                      <a:alpha val="43000"/>
                                    </a:srgbClr>
                                  </a:outerShdw>
                                </a:effectLst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zh-CN" b="1" i="1">
                                <a:solidFill>
                                  <a:schemeClr val="accent1"/>
                                </a:solidFill>
                                <a:effectLst>
                                  <a:outerShdw blurRad="38100" dist="25400" dir="5400000" algn="ctr" rotWithShape="0">
                                    <a:srgbClr val="6E747A">
                                      <a:alpha val="43000"/>
                                    </a:srgbClr>
                                  </a:outerShdw>
                                </a:effectLst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𝒊</m:t>
                            </m:r>
                          </m:sub>
                        </m:sSub>
                        <m:r>
                          <a:rPr lang="en-US" altLang="zh-CN" i="1">
                            <a:solidFill>
                              <a:schemeClr val="accent1"/>
                            </a:solidFill>
                            <a:effectLst>
                              <a:outerShdw blurRad="38100" dist="25400" dir="5400000" algn="ctr" rotWithShape="0">
                                <a:srgbClr val="6E747A">
                                  <a:alpha val="43000"/>
                                </a:srgbClr>
                              </a:outerShdw>
                            </a:effectLst>
                            <a:latin typeface="Cambria Math" panose="02040503050406030204" charset="0"/>
                            <a:cs typeface="Cambria Math" panose="02040503050406030204" charset="0"/>
                          </a:rPr>
                          <m:t>)</m:t>
                        </m:r>
                      </m:e>
                      <m:sup>
                        <m:r>
                          <a:rPr lang="en-US" altLang="zh-CN" i="1">
                            <a:solidFill>
                              <a:schemeClr val="accent1"/>
                            </a:solidFill>
                            <a:effectLst>
                              <a:outerShdw blurRad="38100" dist="25400" dir="5400000" algn="ctr" rotWithShape="0">
                                <a:srgbClr val="6E747A">
                                  <a:alpha val="43000"/>
                                </a:srgbClr>
                              </a:outerShdw>
                            </a:effectLst>
                            <a:latin typeface="Cambria Math" panose="02040503050406030204" charset="0"/>
                            <a:cs typeface="Cambria Math" panose="02040503050406030204" charset="0"/>
                          </a:rPr>
                          <m:t>𝑇</m:t>
                        </m:r>
                      </m:sup>
                    </m:sSup>
                    <m:r>
                      <a:rPr lang="en-US" altLang="zh-CN" i="1">
                        <a:solidFill>
                          <a:schemeClr val="accent1"/>
                        </a:solidFill>
                        <a:effectLst>
                          <a:outerShdw blurRad="38100" dist="25400" dir="5400000" algn="ctr" rotWithShape="0">
                            <a:srgbClr val="6E747A">
                              <a:alpha val="43000"/>
                            </a:srgbClr>
                          </a:outerShdw>
                        </a:effectLst>
                        <a:latin typeface="Cambria Math" panose="02040503050406030204" charset="0"/>
                        <a:cs typeface="Cambria Math" panose="02040503050406030204" charset="0"/>
                      </a:rPr>
                      <m:t>𝜑</m:t>
                    </m:r>
                    <m:r>
                      <a:rPr lang="en-US" altLang="zh-CN" i="1">
                        <a:solidFill>
                          <a:schemeClr val="accent1"/>
                        </a:solidFill>
                        <a:effectLst>
                          <a:outerShdw blurRad="38100" dist="25400" dir="5400000" algn="ctr" rotWithShape="0">
                            <a:srgbClr val="6E747A">
                              <a:alpha val="43000"/>
                            </a:srgbClr>
                          </a:outerShdw>
                        </a:effectLst>
                        <a:latin typeface="Cambria Math" panose="02040503050406030204" charset="0"/>
                        <a:cs typeface="Cambria Math" panose="02040503050406030204" charset="0"/>
                      </a:rPr>
                      <m:t>(</m:t>
                    </m:r>
                    <m:sSub>
                      <m:sSubPr>
                        <m:ctrlPr>
                          <a:rPr lang="en-US" altLang="zh-CN" b="1" i="1">
                            <a:solidFill>
                              <a:schemeClr val="accent1"/>
                            </a:solidFill>
                            <a:effectLst>
                              <a:outerShdw blurRad="38100" dist="25400" dir="5400000" algn="ctr" rotWithShape="0">
                                <a:srgbClr val="6E747A">
                                  <a:alpha val="43000"/>
                                </a:srgbClr>
                              </a:outerShdw>
                            </a:effectLst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b="1" i="1">
                            <a:solidFill>
                              <a:schemeClr val="accent1"/>
                            </a:solidFill>
                            <a:effectLst>
                              <a:outerShdw blurRad="38100" dist="25400" dir="5400000" algn="ctr" rotWithShape="0">
                                <a:srgbClr val="6E747A">
                                  <a:alpha val="43000"/>
                                </a:srgbClr>
                              </a:outerShdw>
                            </a:effectLst>
                            <a:latin typeface="Cambria Math" panose="02040503050406030204" charset="0"/>
                            <a:cs typeface="Cambria Math" panose="02040503050406030204" charset="0"/>
                          </a:rPr>
                          <m:t>𝒙</m:t>
                        </m:r>
                      </m:e>
                      <m:sub>
                        <m:r>
                          <a:rPr lang="en-US" altLang="zh-CN" b="1" i="1">
                            <a:solidFill>
                              <a:schemeClr val="accent1"/>
                            </a:solidFill>
                            <a:effectLst>
                              <a:outerShdw blurRad="38100" dist="25400" dir="5400000" algn="ctr" rotWithShape="0">
                                <a:srgbClr val="6E747A">
                                  <a:alpha val="43000"/>
                                </a:srgbClr>
                              </a:outerShdw>
                            </a:effectLst>
                            <a:latin typeface="Cambria Math" panose="02040503050406030204" charset="0"/>
                            <a:cs typeface="Cambria Math" panose="02040503050406030204" charset="0"/>
                          </a:rPr>
                          <m:t>𝒋</m:t>
                        </m:r>
                      </m:sub>
                    </m:sSub>
                    <m:r>
                      <a:rPr lang="en-US" altLang="zh-CN" i="1">
                        <a:solidFill>
                          <a:schemeClr val="accent1"/>
                        </a:solidFill>
                        <a:effectLst>
                          <a:outerShdw blurRad="38100" dist="25400" dir="5400000" algn="ctr" rotWithShape="0">
                            <a:srgbClr val="6E747A">
                              <a:alpha val="43000"/>
                            </a:srgbClr>
                          </a:outerShdw>
                        </a:effectLst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)</m:t>
                    </m:r>
                  </m:oMath>
                </a14:m>
                <a:endParaRPr lang="en-US" altLang="zh-CN" i="1"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  <a:latin typeface="Cambria Math" panose="02040503050406030204" charset="0"/>
                  <a:ea typeface="MS Mincho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28" name="文本框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4965" y="4352925"/>
                <a:ext cx="6143625" cy="416560"/>
              </a:xfrm>
              <a:prstGeom prst="rect">
                <a:avLst/>
              </a:prstGeom>
              <a:blipFill rotWithShape="1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9" name="文本框 28"/>
              <p:cNvSpPr txBox="1"/>
              <p:nvPr/>
            </p:nvSpPr>
            <p:spPr>
              <a:xfrm>
                <a:off x="3822700" y="4368165"/>
                <a:ext cx="6137910" cy="3784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>
                    <a:solidFill>
                      <a:schemeClr val="accent1"/>
                    </a:solidFill>
                    <a:effectLst>
                      <a:outerShdw blurRad="38100" dist="25400" dir="5400000" algn="ctr" rotWithShape="0">
                        <a:srgbClr val="6E747A">
                          <a:alpha val="43000"/>
                        </a:srgbClr>
                      </a:outerShdw>
                    </a:effectLst>
                  </a:rPr>
                  <a:t>kernel function: </a:t>
                </a:r>
                <a14:m>
                  <m:oMath xmlns:m="http://schemas.openxmlformats.org/officeDocument/2006/math">
                    <m:r>
                      <a:rPr lang="en-US" altLang="zh-CN" i="1">
                        <a:solidFill>
                          <a:schemeClr val="accent1"/>
                        </a:solidFill>
                        <a:effectLst>
                          <a:outerShdw blurRad="38100" dist="25400" dir="5400000" algn="ctr" rotWithShape="0">
                            <a:srgbClr val="6E747A">
                              <a:alpha val="43000"/>
                            </a:srgbClr>
                          </a:outerShdw>
                        </a:effectLst>
                        <a:latin typeface="Cambria Math" panose="02040503050406030204" charset="0"/>
                        <a:cs typeface="Cambria Math" panose="02040503050406030204" charset="0"/>
                      </a:rPr>
                      <m:t>𝑘</m:t>
                    </m:r>
                    <m:r>
                      <a:rPr lang="en-US" altLang="zh-CN" i="1">
                        <a:solidFill>
                          <a:schemeClr val="accent1"/>
                        </a:solidFill>
                        <a:effectLst>
                          <a:outerShdw blurRad="38100" dist="25400" dir="5400000" algn="ctr" rotWithShape="0">
                            <a:srgbClr val="6E747A">
                              <a:alpha val="43000"/>
                            </a:srgbClr>
                          </a:outerShdw>
                        </a:effectLst>
                        <a:latin typeface="Cambria Math" panose="02040503050406030204" charset="0"/>
                        <a:cs typeface="Cambria Math" panose="02040503050406030204" charset="0"/>
                      </a:rPr>
                      <m:t>(</m:t>
                    </m:r>
                    <m:r>
                      <a:rPr lang="en-US" altLang="zh-CN" b="1" i="1">
                        <a:solidFill>
                          <a:schemeClr val="accent1"/>
                        </a:solidFill>
                        <a:effectLst>
                          <a:outerShdw blurRad="38100" dist="25400" dir="5400000" algn="ctr" rotWithShape="0">
                            <a:srgbClr val="6E747A">
                              <a:alpha val="43000"/>
                            </a:srgbClr>
                          </a:outerShdw>
                        </a:effectLst>
                        <a:latin typeface="Cambria Math" panose="02040503050406030204" charset="0"/>
                        <a:cs typeface="Cambria Math" panose="02040503050406030204" charset="0"/>
                      </a:rPr>
                      <m:t>𝒙</m:t>
                    </m:r>
                    <m:r>
                      <a:rPr lang="en-US" altLang="zh-CN" i="1">
                        <a:solidFill>
                          <a:schemeClr val="accent1"/>
                        </a:solidFill>
                        <a:effectLst>
                          <a:outerShdw blurRad="38100" dist="25400" dir="5400000" algn="ctr" rotWithShape="0">
                            <a:srgbClr val="6E747A">
                              <a:alpha val="43000"/>
                            </a:srgbClr>
                          </a:outerShdw>
                        </a:effectLst>
                        <a:latin typeface="Cambria Math" panose="02040503050406030204" charset="0"/>
                        <a:cs typeface="Cambria Math" panose="02040503050406030204" charset="0"/>
                      </a:rPr>
                      <m:t>,</m:t>
                    </m:r>
                    <m:r>
                      <a:rPr lang="en-US" altLang="zh-CN" b="1" i="1">
                        <a:solidFill>
                          <a:schemeClr val="accent1"/>
                        </a:solidFill>
                        <a:effectLst>
                          <a:outerShdw blurRad="38100" dist="25400" dir="5400000" algn="ctr" rotWithShape="0">
                            <a:srgbClr val="6E747A">
                              <a:alpha val="43000"/>
                            </a:srgbClr>
                          </a:outerShdw>
                        </a:effectLst>
                        <a:latin typeface="Cambria Math" panose="02040503050406030204" charset="0"/>
                        <a:cs typeface="Cambria Math" panose="02040503050406030204" charset="0"/>
                      </a:rPr>
                      <m:t>𝒚</m:t>
                    </m:r>
                    <m:r>
                      <a:rPr lang="en-US" altLang="zh-CN" i="1">
                        <a:solidFill>
                          <a:schemeClr val="accent1"/>
                        </a:solidFill>
                        <a:effectLst>
                          <a:outerShdw blurRad="38100" dist="25400" dir="5400000" algn="ctr" rotWithShape="0">
                            <a:srgbClr val="6E747A">
                              <a:alpha val="43000"/>
                            </a:srgbClr>
                          </a:outerShdw>
                        </a:effectLst>
                        <a:latin typeface="Cambria Math" panose="02040503050406030204" charset="0"/>
                        <a:cs typeface="Cambria Math" panose="02040503050406030204" charset="0"/>
                      </a:rPr>
                      <m:t>)</m:t>
                    </m:r>
                    <m:r>
                      <a:rPr lang="en-US" altLang="zh-CN" i="1">
                        <a:solidFill>
                          <a:schemeClr val="accent1"/>
                        </a:solidFill>
                        <a:effectLst>
                          <a:outerShdw blurRad="38100" dist="25400" dir="5400000" algn="ctr" rotWithShape="0">
                            <a:srgbClr val="6E747A">
                              <a:alpha val="43000"/>
                            </a:srgbClr>
                          </a:outerShdw>
                        </a:effectLst>
                        <a:latin typeface="Cambria Math" panose="02040503050406030204" charset="0"/>
                        <a:cs typeface="Cambria Math" panose="02040503050406030204" charset="0"/>
                      </a:rPr>
                      <m:t>≝</m:t>
                    </m:r>
                    <m:sSup>
                      <m:sSupPr>
                        <m:ctrlPr>
                          <a:rPr lang="en-US" altLang="zh-CN" i="1">
                            <a:solidFill>
                              <a:schemeClr val="accent1"/>
                            </a:solidFill>
                            <a:effectLst>
                              <a:outerShdw blurRad="38100" dist="25400" dir="5400000" algn="ctr" rotWithShape="0">
                                <a:srgbClr val="6E747A">
                                  <a:alpha val="43000"/>
                                </a:srgbClr>
                              </a:outerShdw>
                            </a:effectLst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pPr>
                      <m:e>
                        <m:r>
                          <a:rPr lang="en-US" altLang="zh-CN" i="1">
                            <a:solidFill>
                              <a:schemeClr val="accent1"/>
                            </a:solidFill>
                            <a:effectLst>
                              <a:outerShdw blurRad="38100" dist="25400" dir="5400000" algn="ctr" rotWithShape="0">
                                <a:srgbClr val="6E747A">
                                  <a:alpha val="43000"/>
                                </a:srgbClr>
                              </a:outerShdw>
                            </a:effectLst>
                            <a:latin typeface="Cambria Math" panose="02040503050406030204" charset="0"/>
                            <a:cs typeface="Cambria Math" panose="02040503050406030204" charset="0"/>
                          </a:rPr>
                          <m:t>𝜑</m:t>
                        </m:r>
                        <m:r>
                          <a:rPr lang="en-US" altLang="zh-CN" i="1">
                            <a:solidFill>
                              <a:schemeClr val="accent1"/>
                            </a:solidFill>
                            <a:effectLst>
                              <a:outerShdw blurRad="38100" dist="25400" dir="5400000" algn="ctr" rotWithShape="0">
                                <a:srgbClr val="6E747A">
                                  <a:alpha val="43000"/>
                                </a:srgbClr>
                              </a:outerShdw>
                            </a:effectLst>
                            <a:latin typeface="Cambria Math" panose="02040503050406030204" charset="0"/>
                            <a:cs typeface="Cambria Math" panose="02040503050406030204" charset="0"/>
                          </a:rPr>
                          <m:t>(</m:t>
                        </m:r>
                        <m:r>
                          <a:rPr lang="en-US" altLang="zh-CN" b="1" i="1">
                            <a:solidFill>
                              <a:schemeClr val="accent1"/>
                            </a:solidFill>
                            <a:effectLst>
                              <a:outerShdw blurRad="38100" dist="25400" dir="5400000" algn="ctr" rotWithShape="0">
                                <a:srgbClr val="6E747A">
                                  <a:alpha val="43000"/>
                                </a:srgbClr>
                              </a:outerShdw>
                            </a:effectLst>
                            <a:latin typeface="Cambria Math" panose="02040503050406030204" charset="0"/>
                            <a:cs typeface="Cambria Math" panose="02040503050406030204" charset="0"/>
                          </a:rPr>
                          <m:t>𝒙</m:t>
                        </m:r>
                        <m:r>
                          <a:rPr lang="en-US" altLang="zh-CN" i="1">
                            <a:solidFill>
                              <a:schemeClr val="accent1"/>
                            </a:solidFill>
                            <a:effectLst>
                              <a:outerShdw blurRad="38100" dist="25400" dir="5400000" algn="ctr" rotWithShape="0">
                                <a:srgbClr val="6E747A">
                                  <a:alpha val="43000"/>
                                </a:srgbClr>
                              </a:outerShdw>
                            </a:effectLst>
                            <a:latin typeface="Cambria Math" panose="02040503050406030204" charset="0"/>
                            <a:cs typeface="Cambria Math" panose="02040503050406030204" charset="0"/>
                          </a:rPr>
                          <m:t>)</m:t>
                        </m:r>
                      </m:e>
                      <m:sup>
                        <m:r>
                          <a:rPr lang="en-US" altLang="zh-CN" i="1">
                            <a:solidFill>
                              <a:schemeClr val="accent1"/>
                            </a:solidFill>
                            <a:effectLst>
                              <a:outerShdw blurRad="38100" dist="25400" dir="5400000" algn="ctr" rotWithShape="0">
                                <a:srgbClr val="6E747A">
                                  <a:alpha val="43000"/>
                                </a:srgbClr>
                              </a:outerShdw>
                            </a:effectLst>
                            <a:latin typeface="Cambria Math" panose="02040503050406030204" charset="0"/>
                            <a:cs typeface="Cambria Math" panose="02040503050406030204" charset="0"/>
                          </a:rPr>
                          <m:t>𝑇</m:t>
                        </m:r>
                      </m:sup>
                    </m:sSup>
                    <m:r>
                      <a:rPr lang="en-US" altLang="zh-CN" i="1">
                        <a:solidFill>
                          <a:schemeClr val="accent1"/>
                        </a:solidFill>
                        <a:effectLst>
                          <a:outerShdw blurRad="38100" dist="25400" dir="5400000" algn="ctr" rotWithShape="0">
                            <a:srgbClr val="6E747A">
                              <a:alpha val="43000"/>
                            </a:srgbClr>
                          </a:outerShdw>
                        </a:effectLst>
                        <a:latin typeface="Cambria Math" panose="02040503050406030204" charset="0"/>
                        <a:cs typeface="Cambria Math" panose="02040503050406030204" charset="0"/>
                      </a:rPr>
                      <m:t>𝜑</m:t>
                    </m:r>
                    <m:r>
                      <a:rPr lang="en-US" altLang="zh-CN" i="1">
                        <a:solidFill>
                          <a:schemeClr val="accent1"/>
                        </a:solidFill>
                        <a:effectLst>
                          <a:outerShdw blurRad="38100" dist="25400" dir="5400000" algn="ctr" rotWithShape="0">
                            <a:srgbClr val="6E747A">
                              <a:alpha val="43000"/>
                            </a:srgbClr>
                          </a:outerShdw>
                        </a:effectLst>
                        <a:latin typeface="Cambria Math" panose="02040503050406030204" charset="0"/>
                        <a:cs typeface="Cambria Math" panose="02040503050406030204" charset="0"/>
                      </a:rPr>
                      <m:t>(</m:t>
                    </m:r>
                    <m:r>
                      <a:rPr lang="en-US" altLang="zh-CN" b="1" i="1">
                        <a:solidFill>
                          <a:schemeClr val="accent1"/>
                        </a:solidFill>
                        <a:effectLst>
                          <a:outerShdw blurRad="38100" dist="25400" dir="5400000" algn="ctr" rotWithShape="0">
                            <a:srgbClr val="6E747A">
                              <a:alpha val="43000"/>
                            </a:srgbClr>
                          </a:outerShdw>
                        </a:effectLst>
                        <a:latin typeface="Cambria Math" panose="02040503050406030204" charset="0"/>
                        <a:cs typeface="Cambria Math" panose="02040503050406030204" charset="0"/>
                      </a:rPr>
                      <m:t>𝒚</m:t>
                    </m:r>
                    <m:r>
                      <a:rPr lang="en-US" altLang="zh-CN" i="1">
                        <a:solidFill>
                          <a:schemeClr val="accent1"/>
                        </a:solidFill>
                        <a:effectLst>
                          <a:outerShdw blurRad="38100" dist="25400" dir="5400000" algn="ctr" rotWithShape="0">
                            <a:srgbClr val="6E747A">
                              <a:alpha val="43000"/>
                            </a:srgbClr>
                          </a:outerShdw>
                        </a:effectLst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)</m:t>
                    </m:r>
                  </m:oMath>
                </a14:m>
                <a:endParaRPr lang="en-US" altLang="zh-CN" i="1"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  <a:latin typeface="Cambria Math" panose="02040503050406030204" charset="0"/>
                  <a:ea typeface="MS Mincho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29" name="文本框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22700" y="4368165"/>
                <a:ext cx="6137910" cy="378460"/>
              </a:xfrm>
              <a:prstGeom prst="rect">
                <a:avLst/>
              </a:prstGeom>
              <a:blipFill rotWithShape="1"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1" name="文本框 30"/>
              <p:cNvSpPr txBox="1"/>
              <p:nvPr/>
            </p:nvSpPr>
            <p:spPr>
              <a:xfrm>
                <a:off x="354965" y="4828540"/>
                <a:ext cx="7898765" cy="1373505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</p:spPr>
            <p:txBody>
              <a:bodyPr wrap="square" rtlCol="0">
                <a:spAutoFit/>
              </a:bodyPr>
              <a:p>
                <a:r>
                  <a:rPr lang="en-US" altLang="zh-CN"/>
                  <a:t>Positive Definite Kernel</a:t>
                </a:r>
                <a:endParaRPr lang="en-US" altLang="zh-CN"/>
              </a:p>
              <a:p>
                <a:r>
                  <a:rPr lang="en-US" altLang="zh-CN"/>
                  <a:t>Polynomial Kernel: </a:t>
                </a:r>
                <a:r>
                  <a:rPr lang="en-US" altLang="zh-CN">
                    <a:solidFill>
                      <a:schemeClr val="accent2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solidFill>
                          <a:schemeClr val="accent2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𝑘</m:t>
                    </m:r>
                    <m:r>
                      <a:rPr lang="en-US" altLang="zh-CN" i="1">
                        <a:solidFill>
                          <a:schemeClr val="accent2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(</m:t>
                    </m:r>
                    <m:r>
                      <a:rPr lang="en-US" altLang="zh-CN" b="1" i="1">
                        <a:solidFill>
                          <a:schemeClr val="accent2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𝒙</m:t>
                    </m:r>
                    <m:r>
                      <a:rPr lang="en-US" altLang="zh-CN" i="1">
                        <a:solidFill>
                          <a:schemeClr val="accent2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,</m:t>
                    </m:r>
                    <m:r>
                      <a:rPr lang="en-US" altLang="zh-CN" b="1" i="1">
                        <a:solidFill>
                          <a:schemeClr val="accent2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𝒚</m:t>
                    </m:r>
                    <m:r>
                      <a:rPr lang="en-US" altLang="zh-CN" i="1">
                        <a:solidFill>
                          <a:schemeClr val="accent2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)=</m:t>
                    </m:r>
                    <m:sSup>
                      <m:sSupPr>
                        <m:ctrlPr>
                          <a:rPr lang="en-US" altLang="zh-CN" i="1">
                            <a:solidFill>
                              <a:schemeClr val="accent2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pPr>
                      <m:e>
                        <m:r>
                          <a:rPr lang="en-US" altLang="zh-CN" i="1">
                            <a:solidFill>
                              <a:schemeClr val="accent2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(</m:t>
                        </m:r>
                        <m:sSup>
                          <m:sSupPr>
                            <m:ctrlPr>
                              <a:rPr lang="en-US" altLang="zh-CN" i="1">
                                <a:solidFill>
                                  <a:schemeClr val="accent2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sSupPr>
                          <m:e>
                            <m:r>
                              <a:rPr lang="en-US" altLang="zh-CN" b="1" i="1">
                                <a:solidFill>
                                  <a:schemeClr val="accent2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𝒙</m:t>
                            </m:r>
                          </m:e>
                          <m:sup>
                            <m:r>
                              <a:rPr lang="en-US" altLang="zh-CN" i="1">
                                <a:solidFill>
                                  <a:schemeClr val="accent2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𝑇</m:t>
                            </m:r>
                          </m:sup>
                        </m:sSup>
                        <m:r>
                          <a:rPr lang="en-US" altLang="zh-CN" b="1" i="1">
                            <a:solidFill>
                              <a:schemeClr val="accent2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𝒚</m:t>
                        </m:r>
                        <m:r>
                          <a:rPr lang="en-US" altLang="zh-CN" i="1">
                            <a:solidFill>
                              <a:schemeClr val="accent2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+</m:t>
                        </m:r>
                        <m:r>
                          <a:rPr lang="en-US" altLang="zh-CN" i="1">
                            <a:solidFill>
                              <a:schemeClr val="accent2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𝑐</m:t>
                        </m:r>
                        <m:r>
                          <a:rPr lang="en-US" altLang="zh-CN" i="1">
                            <a:solidFill>
                              <a:schemeClr val="accent2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)</m:t>
                        </m:r>
                      </m:e>
                      <m:sup>
                        <m:r>
                          <a:rPr lang="en-US" altLang="zh-CN" i="1">
                            <a:solidFill>
                              <a:schemeClr val="accent2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𝑑</m:t>
                        </m:r>
                      </m:sup>
                    </m:sSup>
                  </m:oMath>
                </a14:m>
                <a:endParaRPr lang="en-US" altLang="zh-CN" i="1">
                  <a:solidFill>
                    <a:schemeClr val="accent2"/>
                  </a:solidFill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r>
                  <a:rPr lang="en-US" altLang="zh-CN"/>
                  <a:t>Gaussian Kernel/RBF Kernel:  </a:t>
                </a:r>
                <a14:m>
                  <m:oMath xmlns:m="http://schemas.openxmlformats.org/officeDocument/2006/math">
                    <m:r>
                      <a:rPr lang="en-US" altLang="zh-CN" i="1">
                        <a:solidFill>
                          <a:schemeClr val="accent2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𝑘</m:t>
                    </m:r>
                    <m:r>
                      <a:rPr lang="en-US" altLang="zh-CN" i="1">
                        <a:solidFill>
                          <a:schemeClr val="accent2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(</m:t>
                    </m:r>
                    <m:r>
                      <a:rPr lang="en-US" altLang="zh-CN" b="1" i="1">
                        <a:solidFill>
                          <a:schemeClr val="accent2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𝒙</m:t>
                    </m:r>
                    <m:r>
                      <a:rPr lang="en-US" altLang="zh-CN" i="1">
                        <a:solidFill>
                          <a:schemeClr val="accent2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,</m:t>
                    </m:r>
                    <m:r>
                      <a:rPr lang="en-US" altLang="zh-CN" b="1" i="1">
                        <a:solidFill>
                          <a:schemeClr val="accent2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𝒚</m:t>
                    </m:r>
                    <m:r>
                      <a:rPr lang="en-US" altLang="zh-CN" i="1">
                        <a:solidFill>
                          <a:schemeClr val="accent2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)=</m:t>
                    </m:r>
                    <m:r>
                      <a:rPr lang="en-US" altLang="zh-CN" i="1">
                        <a:solidFill>
                          <a:schemeClr val="accent2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𝑒𝑥𝑝</m:t>
                    </m:r>
                    <m:r>
                      <a:rPr lang="en-US" altLang="zh-CN" i="1">
                        <a:solidFill>
                          <a:schemeClr val="accent2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(</m:t>
                    </m:r>
                    <m:r>
                      <a:rPr lang="en-US" altLang="zh-CN" i="1">
                        <a:solidFill>
                          <a:schemeClr val="accent2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−</m:t>
                    </m:r>
                    <m:f>
                      <m:fPr>
                        <m:ctrlPr>
                          <a:rPr lang="en-US" altLang="zh-CN" i="1">
                            <a:solidFill>
                              <a:schemeClr val="accent2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i="1">
                                <a:solidFill>
                                  <a:schemeClr val="accent2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‖"/>
                                <m:endChr m:val="‖"/>
                                <m:ctrlPr>
                                  <a:rPr lang="en-US" altLang="zh-CN" i="1">
                                    <a:solidFill>
                                      <a:schemeClr val="accent2"/>
                                    </a:solidFill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b="1" i="1">
                                    <a:solidFill>
                                      <a:schemeClr val="accent2"/>
                                    </a:solidFill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𝒙</m:t>
                                </m:r>
                                <m:r>
                                  <a:rPr lang="en-US" altLang="zh-CN" i="1">
                                    <a:solidFill>
                                      <a:schemeClr val="accent2"/>
                                    </a:solidFill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−</m:t>
                                </m:r>
                                <m:r>
                                  <a:rPr lang="en-US" altLang="zh-CN" b="1" i="1">
                                    <a:solidFill>
                                      <a:schemeClr val="accent2"/>
                                    </a:solidFill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𝒚</m:t>
                                </m:r>
                              </m:e>
                            </m:d>
                          </m:e>
                          <m:sup>
                            <m:r>
                              <a:rPr lang="en-US" altLang="zh-CN" i="1">
                                <a:solidFill>
                                  <a:schemeClr val="accent2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altLang="zh-CN" i="1">
                            <a:solidFill>
                              <a:schemeClr val="accent2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2</m:t>
                        </m:r>
                        <m:sSup>
                          <m:sSupPr>
                            <m:ctrlPr>
                              <a:rPr lang="en-US" altLang="zh-CN" i="1">
                                <a:solidFill>
                                  <a:schemeClr val="accent2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solidFill>
                                  <a:schemeClr val="accent2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n-US" altLang="zh-CN" i="1">
                                <a:solidFill>
                                  <a:schemeClr val="accent2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US" altLang="zh-CN" i="1">
                        <a:solidFill>
                          <a:schemeClr val="accent2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)=</m:t>
                    </m:r>
                    <m:r>
                      <a:rPr lang="en-US" altLang="zh-CN" i="1">
                        <a:solidFill>
                          <a:schemeClr val="accent2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𝑒𝑥𝑝</m:t>
                    </m:r>
                    <m:r>
                      <a:rPr lang="en-US" altLang="zh-CN" i="1">
                        <a:solidFill>
                          <a:schemeClr val="accent2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(</m:t>
                    </m:r>
                    <m:r>
                      <a:rPr lang="en-US" altLang="zh-CN" i="1">
                        <a:solidFill>
                          <a:schemeClr val="accent2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−</m:t>
                    </m:r>
                    <m:r>
                      <a:rPr lang="en-US" altLang="zh-CN" i="1">
                        <a:solidFill>
                          <a:schemeClr val="accent2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𝛾</m:t>
                    </m:r>
                    <m:sSup>
                      <m:sSupPr>
                        <m:ctrlPr>
                          <a:rPr lang="en-US" altLang="zh-CN" i="1">
                            <a:solidFill>
                              <a:schemeClr val="accent2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p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altLang="zh-CN" i="1">
                                <a:solidFill>
                                  <a:schemeClr val="accent2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dPr>
                          <m:e>
                            <m:r>
                              <a:rPr lang="en-US" altLang="zh-CN" b="1" i="1">
                                <a:solidFill>
                                  <a:schemeClr val="accent2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𝒙</m:t>
                            </m:r>
                            <m:r>
                              <a:rPr lang="en-US" altLang="zh-CN" i="1">
                                <a:solidFill>
                                  <a:schemeClr val="accent2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−</m:t>
                            </m:r>
                            <m:r>
                              <a:rPr lang="en-US" altLang="zh-CN" b="1" i="1">
                                <a:solidFill>
                                  <a:schemeClr val="accent2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𝒚</m:t>
                            </m:r>
                          </m:e>
                        </m:d>
                      </m:e>
                      <m:sup>
                        <m:r>
                          <a:rPr lang="en-US" altLang="zh-CN" i="1">
                            <a:solidFill>
                              <a:schemeClr val="accent2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2</m:t>
                        </m:r>
                      </m:sup>
                    </m:sSup>
                    <m:r>
                      <a:rPr lang="en-US" altLang="zh-CN" i="1">
                        <a:solidFill>
                          <a:schemeClr val="accent2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)</m:t>
                    </m:r>
                  </m:oMath>
                </a14:m>
                <a:endParaRPr lang="en-US" altLang="zh-CN" i="1">
                  <a:solidFill>
                    <a:schemeClr val="accent2"/>
                  </a:solidFill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 algn="l">
                  <a:buClrTx/>
                  <a:buSzTx/>
                  <a:buNone/>
                </a:pPr>
                <a:r>
                  <a:rPr lang="en-US" altLang="zh-CN"/>
                  <a:t>Sigmoid Kernel:  </a:t>
                </a:r>
                <a14:m>
                  <m:oMath xmlns:m="http://schemas.openxmlformats.org/officeDocument/2006/math">
                    <m:r>
                      <a:rPr lang="en-US" altLang="zh-CN" i="1">
                        <a:solidFill>
                          <a:schemeClr val="accent2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𝑘</m:t>
                    </m:r>
                    <m:r>
                      <a:rPr lang="en-US" altLang="zh-CN" i="1">
                        <a:solidFill>
                          <a:schemeClr val="accent2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(</m:t>
                    </m:r>
                    <m:r>
                      <a:rPr lang="en-US" altLang="zh-CN" i="1">
                        <a:solidFill>
                          <a:schemeClr val="accent2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𝒙</m:t>
                    </m:r>
                    <m:r>
                      <a:rPr lang="en-US" altLang="zh-CN" i="1">
                        <a:solidFill>
                          <a:schemeClr val="accent2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,</m:t>
                    </m:r>
                    <m:r>
                      <a:rPr lang="en-US" altLang="zh-CN" i="1">
                        <a:solidFill>
                          <a:schemeClr val="accent2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𝒚</m:t>
                    </m:r>
                    <m:r>
                      <a:rPr lang="en-US" altLang="zh-CN" i="1">
                        <a:solidFill>
                          <a:schemeClr val="accent2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)=</m:t>
                    </m:r>
                    <m:r>
                      <a:rPr lang="en-US" altLang="zh-CN" i="1">
                        <a:solidFill>
                          <a:schemeClr val="accent2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𝑡𝑎𝑛ℎ</m:t>
                    </m:r>
                    <m:r>
                      <a:rPr lang="en-US" altLang="zh-CN" i="1">
                        <a:solidFill>
                          <a:schemeClr val="accent2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(</m:t>
                    </m:r>
                    <m:r>
                      <a:rPr lang="en-US" altLang="zh-CN" i="1">
                        <a:solidFill>
                          <a:schemeClr val="accent2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𝑎</m:t>
                    </m:r>
                    <m:sSup>
                      <m:sSupPr>
                        <m:ctrlPr>
                          <a:rPr lang="en-US" altLang="zh-CN" i="1">
                            <a:solidFill>
                              <a:schemeClr val="accent2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pPr>
                      <m:e>
                        <m:r>
                          <a:rPr lang="en-US" altLang="zh-CN" i="1">
                            <a:solidFill>
                              <a:schemeClr val="accent2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𝒙</m:t>
                        </m:r>
                      </m:e>
                      <m:sup>
                        <m:r>
                          <a:rPr lang="en-US" altLang="zh-CN" i="1">
                            <a:solidFill>
                              <a:schemeClr val="accent2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𝑇</m:t>
                        </m:r>
                      </m:sup>
                    </m:sSup>
                    <m:r>
                      <a:rPr lang="en-US" altLang="zh-CN" i="1">
                        <a:solidFill>
                          <a:schemeClr val="accent2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𝒚</m:t>
                    </m:r>
                    <m:r>
                      <a:rPr lang="en-US" altLang="zh-CN" i="1">
                        <a:solidFill>
                          <a:schemeClr val="accent2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+</m:t>
                    </m:r>
                    <m:r>
                      <a:rPr lang="en-US" altLang="zh-CN" i="1">
                        <a:solidFill>
                          <a:schemeClr val="accent2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𝑟</m:t>
                    </m:r>
                    <m:r>
                      <a:rPr lang="en-US" altLang="zh-CN" i="1">
                        <a:solidFill>
                          <a:schemeClr val="accent2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)</m:t>
                    </m:r>
                  </m:oMath>
                </a14:m>
                <a:endParaRPr lang="en-US" altLang="zh-CN"/>
              </a:p>
            </p:txBody>
          </p:sp>
        </mc:Choice>
        <mc:Fallback>
          <p:sp>
            <p:nvSpPr>
              <p:cNvPr id="31" name="文本框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4965" y="4828540"/>
                <a:ext cx="7898765" cy="1373505"/>
              </a:xfrm>
              <a:prstGeom prst="rect">
                <a:avLst/>
              </a:prstGeom>
              <a:blipFill rotWithShape="1"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文本框 1"/>
          <p:cNvSpPr txBox="1"/>
          <p:nvPr/>
        </p:nvSpPr>
        <p:spPr>
          <a:xfrm>
            <a:off x="2861945" y="4834255"/>
            <a:ext cx="25349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rgbClr val="7030A0"/>
                </a:solidFill>
              </a:rPr>
              <a:t>&gt; Mercer Kernel</a:t>
            </a:r>
            <a:endParaRPr lang="en-US" altLang="zh-CN">
              <a:solidFill>
                <a:srgbClr val="7030A0"/>
              </a:solidFill>
            </a:endParaRPr>
          </a:p>
        </p:txBody>
      </p:sp>
      <p:cxnSp>
        <p:nvCxnSpPr>
          <p:cNvPr id="30" name="直接连接符 29"/>
          <p:cNvCxnSpPr/>
          <p:nvPr/>
        </p:nvCxnSpPr>
        <p:spPr>
          <a:xfrm>
            <a:off x="8745855" y="4757420"/>
            <a:ext cx="20320" cy="210058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2" name="文本框 31"/>
              <p:cNvSpPr txBox="1"/>
              <p:nvPr/>
            </p:nvSpPr>
            <p:spPr>
              <a:xfrm>
                <a:off x="8877300" y="4855210"/>
                <a:ext cx="3115945" cy="14763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>
                    <a:solidFill>
                      <a:schemeClr val="accent1"/>
                    </a:solidFill>
                    <a:effectLst>
                      <a:outerShdw blurRad="38100" dist="25400" dir="5400000" algn="ctr" rotWithShape="0">
                        <a:srgbClr val="6E747A">
                          <a:alpha val="43000"/>
                        </a:srgbClr>
                      </a:outerShdw>
                    </a:effectLst>
                  </a:rPr>
                  <a:t>When </a:t>
                </a:r>
                <a14:m>
                  <m:oMath xmlns:m="http://schemas.openxmlformats.org/officeDocument/2006/math">
                    <m:r>
                      <a:rPr lang="en-US" altLang="zh-CN" i="1">
                        <a:solidFill>
                          <a:schemeClr val="accent1"/>
                        </a:solidFill>
                        <a:effectLst>
                          <a:outerShdw blurRad="38100" dist="25400" dir="5400000" algn="ctr" rotWithShape="0">
                            <a:srgbClr val="6E747A">
                              <a:alpha val="43000"/>
                            </a:srgbClr>
                          </a:outerShdw>
                        </a:effectLst>
                        <a:latin typeface="Cambria Math" panose="02040503050406030204" charset="0"/>
                        <a:cs typeface="Cambria Math" panose="02040503050406030204" charset="0"/>
                      </a:rPr>
                      <m:t>𝜆</m:t>
                    </m:r>
                    <m:r>
                      <a:rPr lang="en-US" altLang="zh-CN" i="1">
                        <a:solidFill>
                          <a:schemeClr val="accent1"/>
                        </a:solidFill>
                        <a:effectLst>
                          <a:outerShdw blurRad="38100" dist="25400" dir="5400000" algn="ctr" rotWithShape="0">
                            <a:srgbClr val="6E747A">
                              <a:alpha val="43000"/>
                            </a:srgbClr>
                          </a:outerShdw>
                        </a:effectLst>
                        <a:latin typeface="Cambria Math" panose="02040503050406030204" charset="0"/>
                        <a:cs typeface="Cambria Math" panose="02040503050406030204" charset="0"/>
                      </a:rPr>
                      <m:t>=</m:t>
                    </m:r>
                    <m:sSub>
                      <m:sSubPr>
                        <m:ctrlPr>
                          <a:rPr lang="en-US" altLang="zh-CN" i="1">
                            <a:solidFill>
                              <a:schemeClr val="accent1"/>
                            </a:solidFill>
                            <a:effectLst>
                              <a:outerShdw blurRad="38100" dist="25400" dir="5400000" algn="ctr" rotWithShape="0">
                                <a:srgbClr val="6E747A">
                                  <a:alpha val="43000"/>
                                </a:srgbClr>
                              </a:outerShdw>
                            </a:effectLst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chemeClr val="accent1"/>
                            </a:solidFill>
                            <a:effectLst>
                              <a:outerShdw blurRad="38100" dist="25400" dir="5400000" algn="ctr" rotWithShape="0">
                                <a:srgbClr val="6E747A">
                                  <a:alpha val="43000"/>
                                </a:srgbClr>
                              </a:outerShdw>
                            </a:effectLst>
                            <a:latin typeface="Cambria Math" panose="02040503050406030204" charset="0"/>
                            <a:cs typeface="Cambria Math" panose="02040503050406030204" charset="0"/>
                          </a:rPr>
                          <m:t>𝜆</m:t>
                        </m:r>
                      </m:e>
                      <m:sub>
                        <m:r>
                          <a:rPr lang="en-US" altLang="zh-CN" i="1">
                            <a:solidFill>
                              <a:schemeClr val="accent1"/>
                            </a:solidFill>
                            <a:effectLst>
                              <a:outerShdw blurRad="38100" dist="25400" dir="5400000" algn="ctr" rotWithShape="0">
                                <a:srgbClr val="6E747A">
                                  <a:alpha val="43000"/>
                                </a:srgbClr>
                              </a:outerShdw>
                            </a:effectLst>
                            <a:latin typeface="Cambria Math" panose="02040503050406030204" charset="0"/>
                            <a:cs typeface="Cambria Math" panose="02040503050406030204" charset="0"/>
                          </a:rPr>
                          <m:t>𝑚𝑎𝑥</m:t>
                        </m:r>
                      </m:sub>
                    </m:sSub>
                  </m:oMath>
                </a14:m>
                <a:r>
                  <a:rPr lang="en-US" altLang="zh-CN">
                    <a:solidFill>
                      <a:schemeClr val="accent1"/>
                    </a:solidFill>
                    <a:effectLst>
                      <a:outerShdw blurRad="38100" dist="25400" dir="5400000" algn="ctr" rotWithShape="0">
                        <a:srgbClr val="6E747A">
                          <a:alpha val="43000"/>
                        </a:srgbClr>
                      </a:outerShdw>
                    </a:effectLst>
                  </a:rPr>
                  <a:t>:</a:t>
                </a:r>
                <a:endParaRPr lang="en-US" altLang="zh-CN"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endParaRPr>
              </a:p>
              <a:p>
                <a:r>
                  <a:rPr lang="en-US" altLang="zh-CN">
                    <a:solidFill>
                      <a:schemeClr val="accent1"/>
                    </a:solidFill>
                    <a:effectLst>
                      <a:outerShdw blurRad="38100" dist="25400" dir="5400000" algn="ctr" rotWithShape="0">
                        <a:srgbClr val="6E747A">
                          <a:alpha val="43000"/>
                        </a:srgbClr>
                      </a:outerShdw>
                    </a:effectLst>
                  </a:rPr>
                  <a:t>We define eigenvector in this situation as </a:t>
                </a:r>
                <a14:m>
                  <m:oMath xmlns:m="http://schemas.openxmlformats.org/officeDocument/2006/math">
                    <m:r>
                      <a:rPr lang="en-US" altLang="zh-CN" b="1" i="1">
                        <a:solidFill>
                          <a:schemeClr val="accent1"/>
                        </a:solidFill>
                        <a:effectLst>
                          <a:outerShdw blurRad="38100" dist="25400" dir="5400000" algn="ctr" rotWithShape="0">
                            <a:srgbClr val="6E747A">
                              <a:alpha val="43000"/>
                            </a:srgbClr>
                          </a:outerShdw>
                        </a:effectLst>
                        <a:latin typeface="Cambria Math" panose="02040503050406030204" charset="0"/>
                        <a:cs typeface="Cambria Math" panose="02040503050406030204" charset="0"/>
                      </a:rPr>
                      <m:t>𝜷</m:t>
                    </m:r>
                    <m:r>
                      <a:rPr lang="en-US" altLang="zh-CN" i="1">
                        <a:solidFill>
                          <a:schemeClr val="accent1"/>
                        </a:solidFill>
                        <a:effectLst>
                          <a:outerShdw blurRad="38100" dist="25400" dir="5400000" algn="ctr" rotWithShape="0">
                            <a:srgbClr val="6E747A">
                              <a:alpha val="43000"/>
                            </a:srgbClr>
                          </a:outerShdw>
                        </a:effectLst>
                        <a:latin typeface="Cambria Math" panose="02040503050406030204" charset="0"/>
                        <a:cs typeface="Cambria Math" panose="02040503050406030204" charset="0"/>
                      </a:rPr>
                      <m:t>.</m:t>
                    </m:r>
                  </m:oMath>
                </a14:m>
                <a:endParaRPr lang="en-US" altLang="zh-CN" i="1"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r>
                  <a:rPr lang="en-US" altLang="zh-CN">
                    <a:solidFill>
                      <a:schemeClr val="accent1"/>
                    </a:solidFill>
                    <a:effectLst>
                      <a:outerShdw blurRad="38100" dist="25400" dir="5400000" algn="ctr" rotWithShape="0">
                        <a:srgbClr val="6E747A">
                          <a:alpha val="43000"/>
                        </a:srgbClr>
                      </a:outerShdw>
                    </a:effectLst>
                  </a:rPr>
                  <a:t>We have weight vector:</a:t>
                </a:r>
                <a:endParaRPr lang="en-US" altLang="zh-CN"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>
                          <a:solidFill>
                            <a:schemeClr val="accent1"/>
                          </a:solidFill>
                          <a:effectLst>
                            <a:outerShdw blurRad="38100" dist="25400" dir="5400000" algn="ctr" rotWithShape="0">
                              <a:srgbClr val="6E747A">
                                <a:alpha val="43000"/>
                              </a:srgbClr>
                            </a:outerShdw>
                          </a:effectLst>
                          <a:latin typeface="Cambria Math" panose="02040503050406030204" charset="0"/>
                          <a:cs typeface="Cambria Math" panose="02040503050406030204" charset="0"/>
                        </a:rPr>
                        <m:t>𝒑</m:t>
                      </m:r>
                      <m:r>
                        <a:rPr lang="en-US" altLang="zh-CN" b="1" i="1">
                          <a:solidFill>
                            <a:schemeClr val="accent1"/>
                          </a:solidFill>
                          <a:effectLst>
                            <a:outerShdw blurRad="38100" dist="25400" dir="5400000" algn="ctr" rotWithShape="0">
                              <a:srgbClr val="6E747A">
                                <a:alpha val="43000"/>
                              </a:srgbClr>
                            </a:outerShdw>
                          </a:effectLst>
                          <a:latin typeface="Cambria Math" panose="02040503050406030204" charset="0"/>
                          <a:cs typeface="Cambria Math" panose="02040503050406030204" charset="0"/>
                        </a:rPr>
                        <m:t>=</m:t>
                      </m:r>
                      <m:r>
                        <a:rPr lang="en-US" altLang="zh-CN" i="1">
                          <a:solidFill>
                            <a:schemeClr val="accent1"/>
                          </a:solidFill>
                          <a:effectLst>
                            <a:outerShdw blurRad="38100" dist="25400" dir="5400000" algn="ctr" rotWithShape="0">
                              <a:srgbClr val="6E747A">
                                <a:alpha val="43000"/>
                              </a:srgbClr>
                            </a:outerShdw>
                          </a:effectLst>
                          <a:latin typeface="Cambria Math" panose="02040503050406030204" charset="0"/>
                          <a:cs typeface="Cambria Math" panose="02040503050406030204" charset="0"/>
                        </a:rPr>
                        <m:t>𝜑</m:t>
                      </m:r>
                      <m:r>
                        <a:rPr lang="en-US" altLang="zh-CN" i="1">
                          <a:solidFill>
                            <a:schemeClr val="accent1"/>
                          </a:solidFill>
                          <a:effectLst>
                            <a:outerShdw blurRad="38100" dist="25400" dir="5400000" algn="ctr" rotWithShape="0">
                              <a:srgbClr val="6E747A">
                                <a:alpha val="43000"/>
                              </a:srgbClr>
                            </a:outerShdw>
                          </a:effectLst>
                          <a:latin typeface="Cambria Math" panose="02040503050406030204" charset="0"/>
                          <a:cs typeface="Cambria Math" panose="02040503050406030204" charset="0"/>
                        </a:rPr>
                        <m:t>(</m:t>
                      </m:r>
                      <m:r>
                        <a:rPr lang="en-US" altLang="zh-CN" b="1" i="1">
                          <a:solidFill>
                            <a:schemeClr val="accent1"/>
                          </a:solidFill>
                          <a:effectLst>
                            <a:outerShdw blurRad="38100" dist="25400" dir="5400000" algn="ctr" rotWithShape="0">
                              <a:srgbClr val="6E747A">
                                <a:alpha val="43000"/>
                              </a:srgbClr>
                            </a:outerShdw>
                          </a:effectLst>
                          <a:latin typeface="Cambria Math" panose="02040503050406030204" charset="0"/>
                          <a:cs typeface="Cambria Math" panose="02040503050406030204" charset="0"/>
                        </a:rPr>
                        <m:t>𝑿</m:t>
                      </m:r>
                      <m:r>
                        <a:rPr lang="en-US" altLang="zh-CN" i="1">
                          <a:solidFill>
                            <a:schemeClr val="accent1"/>
                          </a:solidFill>
                          <a:effectLst>
                            <a:outerShdw blurRad="38100" dist="25400" dir="5400000" algn="ctr" rotWithShape="0">
                              <a:srgbClr val="6E747A">
                                <a:alpha val="43000"/>
                              </a:srgbClr>
                            </a:outerShdw>
                          </a:effectLst>
                          <a:latin typeface="Cambria Math" panose="02040503050406030204" charset="0"/>
                          <a:cs typeface="Cambria Math" panose="02040503050406030204" charset="0"/>
                        </a:rPr>
                        <m:t>)</m:t>
                      </m:r>
                      <m:r>
                        <a:rPr lang="en-US" altLang="zh-CN" b="1" i="1">
                          <a:solidFill>
                            <a:schemeClr val="accent1"/>
                          </a:solidFill>
                          <a:effectLst>
                            <a:outerShdw blurRad="38100" dist="25400" dir="5400000" algn="ctr" rotWithShape="0">
                              <a:srgbClr val="6E747A">
                                <a:alpha val="43000"/>
                              </a:srgbClr>
                            </a:outerShdw>
                          </a:effectLst>
                          <a:latin typeface="Cambria Math" panose="02040503050406030204" charset="0"/>
                          <a:cs typeface="Cambria Math" panose="02040503050406030204" charset="0"/>
                        </a:rPr>
                        <m:t>𝜷</m:t>
                      </m:r>
                    </m:oMath>
                  </m:oMathPara>
                </a14:m>
                <a:endParaRPr lang="en-US" altLang="zh-CN" b="1" i="1"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  <a:latin typeface="Cambria Math" panose="02040503050406030204" charset="0"/>
                  <a:ea typeface="MS Mincho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32" name="文本框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77300" y="4855210"/>
                <a:ext cx="3115945" cy="1476375"/>
              </a:xfrm>
              <a:prstGeom prst="rect">
                <a:avLst/>
              </a:prstGeom>
              <a:blipFill rotWithShape="1"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5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3" name="文本框 42"/>
          <p:cNvSpPr txBox="1"/>
          <p:nvPr/>
        </p:nvSpPr>
        <p:spPr>
          <a:xfrm>
            <a:off x="-24765" y="-3175"/>
            <a:ext cx="12216130" cy="6927215"/>
          </a:xfrm>
          <a:prstGeom prst="rect">
            <a:avLst/>
          </a:prstGeom>
          <a:gradFill>
            <a:gsLst>
              <a:gs pos="0">
                <a:srgbClr val="D7F0FC"/>
              </a:gs>
              <a:gs pos="52000">
                <a:srgbClr val="FFEFDE"/>
              </a:gs>
              <a:gs pos="100000">
                <a:srgbClr val="FFDCFC"/>
              </a:gs>
            </a:gsLst>
            <a:lin ang="5400000" scaled="1"/>
          </a:gradFill>
        </p:spPr>
        <p:txBody>
          <a:bodyPr wrap="square" rtlCol="0">
            <a:noAutofit/>
          </a:bodyPr>
          <a:p>
            <a:endParaRPr lang="zh-CN" altLang="en-US"/>
          </a:p>
        </p:txBody>
      </p:sp>
      <p:sp>
        <p:nvSpPr>
          <p:cNvPr id="33" name="文本框 32"/>
          <p:cNvSpPr txBox="1"/>
          <p:nvPr/>
        </p:nvSpPr>
        <p:spPr>
          <a:xfrm>
            <a:off x="5856605" y="4274820"/>
            <a:ext cx="5743575" cy="216725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txBody>
          <a:bodyPr wrap="square" rtlCol="0">
            <a:noAutofit/>
          </a:bodyPr>
          <a:p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文本框 3"/>
              <p:cNvSpPr txBox="1"/>
              <p:nvPr/>
            </p:nvSpPr>
            <p:spPr>
              <a:xfrm>
                <a:off x="216535" y="276860"/>
                <a:ext cx="4649470" cy="368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>
                    <a:solidFill>
                      <a:schemeClr val="accent1"/>
                    </a:solidFill>
                    <a:effectLst>
                      <a:outerShdw blurRad="38100" dist="25400" dir="5400000" algn="ctr" rotWithShape="0">
                        <a:srgbClr val="6E747A">
                          <a:alpha val="43000"/>
                        </a:srgbClr>
                      </a:outerShdw>
                    </a:effectLst>
                  </a:rPr>
                  <a:t>Solve this function:</a:t>
                </a:r>
                <a14:m>
                  <m:oMath xmlns:m="http://schemas.openxmlformats.org/officeDocument/2006/math">
                    <m:r>
                      <a:rPr lang="en-US" altLang="zh-CN" b="1" i="1">
                        <a:solidFill>
                          <a:schemeClr val="accent1"/>
                        </a:solidFill>
                        <a:effectLst>
                          <a:outerShdw blurRad="38100" dist="25400" dir="5400000" algn="ctr" rotWithShape="0">
                            <a:srgbClr val="6E747A">
                              <a:alpha val="43000"/>
                            </a:srgbClr>
                          </a:outerShdw>
                        </a:effectLst>
                        <a:latin typeface="Cambria Math" panose="02040503050406030204" charset="0"/>
                        <a:cs typeface="Cambria Math" panose="02040503050406030204" charset="0"/>
                      </a:rPr>
                      <m:t> </m:t>
                    </m:r>
                    <m:r>
                      <a:rPr lang="en-US" altLang="zh-CN" b="1" i="1">
                        <a:solidFill>
                          <a:schemeClr val="accent1"/>
                        </a:solidFill>
                        <a:effectLst>
                          <a:outerShdw blurRad="38100" dist="25400" dir="5400000" algn="ctr" rotWithShape="0">
                            <a:srgbClr val="6E747A">
                              <a:alpha val="43000"/>
                            </a:srgbClr>
                          </a:outerShdw>
                        </a:effectLst>
                        <a:latin typeface="Cambria Math" panose="02040503050406030204" charset="0"/>
                        <a:cs typeface="Cambria Math" panose="02040503050406030204" charset="0"/>
                      </a:rPr>
                      <m:t>𝑲</m:t>
                    </m:r>
                    <m:r>
                      <a:rPr lang="en-US" altLang="zh-CN" b="1" i="1">
                        <a:solidFill>
                          <a:schemeClr val="accent1"/>
                        </a:solidFill>
                        <a:effectLst>
                          <a:outerShdw blurRad="38100" dist="25400" dir="5400000" algn="ctr" rotWithShape="0">
                            <a:srgbClr val="6E747A">
                              <a:alpha val="43000"/>
                            </a:srgbClr>
                          </a:outerShdw>
                        </a:effectLst>
                        <a:latin typeface="Cambria Math" panose="02040503050406030204" charset="0"/>
                        <a:cs typeface="Cambria Math" panose="02040503050406030204" charset="0"/>
                      </a:rPr>
                      <m:t>𝜶</m:t>
                    </m:r>
                    <m:r>
                      <a:rPr lang="en-US" altLang="zh-CN" b="1" i="1">
                        <a:solidFill>
                          <a:schemeClr val="accent1"/>
                        </a:solidFill>
                        <a:effectLst>
                          <a:outerShdw blurRad="38100" dist="25400" dir="5400000" algn="ctr" rotWithShape="0">
                            <a:srgbClr val="6E747A">
                              <a:alpha val="43000"/>
                            </a:srgbClr>
                          </a:outerShdw>
                        </a:effectLst>
                        <a:latin typeface="Cambria Math" panose="02040503050406030204" charset="0"/>
                        <a:cs typeface="Cambria Math" panose="02040503050406030204" charset="0"/>
                      </a:rPr>
                      <m:t>=</m:t>
                    </m:r>
                    <m:r>
                      <a:rPr lang="en-US" altLang="zh-CN" i="1">
                        <a:solidFill>
                          <a:schemeClr val="accent1"/>
                        </a:solidFill>
                        <a:effectLst>
                          <a:outerShdw blurRad="38100" dist="25400" dir="5400000" algn="ctr" rotWithShape="0">
                            <a:srgbClr val="6E747A">
                              <a:alpha val="43000"/>
                            </a:srgbClr>
                          </a:outerShdw>
                        </a:effectLst>
                        <a:latin typeface="Cambria Math" panose="02040503050406030204" charset="0"/>
                        <a:cs typeface="Cambria Math" panose="02040503050406030204" charset="0"/>
                      </a:rPr>
                      <m:t>𝜆</m:t>
                    </m:r>
                    <m:r>
                      <a:rPr lang="en-US" altLang="zh-CN" b="1" i="1">
                        <a:solidFill>
                          <a:schemeClr val="accent1"/>
                        </a:solidFill>
                        <a:effectLst>
                          <a:outerShdw blurRad="38100" dist="25400" dir="5400000" algn="ctr" rotWithShape="0">
                            <a:srgbClr val="6E747A">
                              <a:alpha val="43000"/>
                            </a:srgbClr>
                          </a:outerShdw>
                        </a:effectLst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𝜶</m:t>
                    </m:r>
                  </m:oMath>
                </a14:m>
                <a:endParaRPr lang="en-US" altLang="zh-CN"/>
              </a:p>
            </p:txBody>
          </p:sp>
        </mc:Choice>
        <mc:Fallback>
          <p:sp>
            <p:nvSpPr>
              <p:cNvPr id="4" name="文本框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6535" y="276860"/>
                <a:ext cx="4649470" cy="368300"/>
              </a:xfrm>
              <a:prstGeom prst="rect">
                <a:avLst/>
              </a:prstGeom>
              <a:blipFill rotWithShape="1">
                <a:blip r:embed="rId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文本框 4"/>
              <p:cNvSpPr txBox="1"/>
              <p:nvPr/>
            </p:nvSpPr>
            <p:spPr>
              <a:xfrm>
                <a:off x="216535" y="645160"/>
                <a:ext cx="3326130" cy="3759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>
                    <a:solidFill>
                      <a:schemeClr val="accent1"/>
                    </a:solidFill>
                    <a:effectLst>
                      <a:outerShdw blurRad="38100" dist="25400" dir="5400000" algn="ctr" rotWithShape="0">
                        <a:srgbClr val="6E747A">
                          <a:alpha val="43000"/>
                        </a:srgbClr>
                      </a:outerShdw>
                    </a:effectLst>
                  </a:rPr>
                  <a:t>Normalize: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>
                            <a:solidFill>
                              <a:schemeClr val="accent1"/>
                            </a:solidFill>
                            <a:effectLst>
                              <a:outerShdw blurRad="38100" dist="25400" dir="5400000" algn="ctr" rotWithShape="0">
                                <a:srgbClr val="6E747A">
                                  <a:alpha val="43000"/>
                                </a:srgbClr>
                              </a:outerShdw>
                            </a:effectLst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pPr>
                      <m:e>
                        <m:r>
                          <a:rPr lang="en-US" altLang="zh-CN" b="1" i="1">
                            <a:solidFill>
                              <a:schemeClr val="accent1"/>
                            </a:solidFill>
                            <a:effectLst>
                              <a:outerShdw blurRad="38100" dist="25400" dir="5400000" algn="ctr" rotWithShape="0">
                                <a:srgbClr val="6E747A">
                                  <a:alpha val="43000"/>
                                </a:srgbClr>
                              </a:outerShdw>
                            </a:effectLst>
                            <a:latin typeface="Cambria Math" panose="02040503050406030204" charset="0"/>
                            <a:cs typeface="Cambria Math" panose="02040503050406030204" charset="0"/>
                          </a:rPr>
                          <m:t>𝒑</m:t>
                        </m:r>
                      </m:e>
                      <m:sup>
                        <m:r>
                          <a:rPr lang="en-US" altLang="zh-CN" i="1">
                            <a:solidFill>
                              <a:schemeClr val="accent1"/>
                            </a:solidFill>
                            <a:effectLst>
                              <a:outerShdw blurRad="38100" dist="25400" dir="5400000" algn="ctr" rotWithShape="0">
                                <a:srgbClr val="6E747A">
                                  <a:alpha val="43000"/>
                                </a:srgbClr>
                              </a:outerShdw>
                            </a:effectLst>
                            <a:latin typeface="Cambria Math" panose="02040503050406030204" charset="0"/>
                            <a:cs typeface="Cambria Math" panose="02040503050406030204" charset="0"/>
                          </a:rPr>
                          <m:t>𝑇</m:t>
                        </m:r>
                      </m:sup>
                    </m:sSup>
                    <m:r>
                      <a:rPr lang="en-US" altLang="zh-CN" b="1" i="1">
                        <a:solidFill>
                          <a:schemeClr val="accent1"/>
                        </a:solidFill>
                        <a:effectLst>
                          <a:outerShdw blurRad="38100" dist="25400" dir="5400000" algn="ctr" rotWithShape="0">
                            <a:srgbClr val="6E747A">
                              <a:alpha val="43000"/>
                            </a:srgbClr>
                          </a:outerShdw>
                        </a:effectLst>
                        <a:latin typeface="Cambria Math" panose="02040503050406030204" charset="0"/>
                        <a:cs typeface="Cambria Math" panose="02040503050406030204" charset="0"/>
                      </a:rPr>
                      <m:t>𝒑</m:t>
                    </m:r>
                    <m:r>
                      <a:rPr lang="en-US" altLang="zh-CN" i="1">
                        <a:solidFill>
                          <a:schemeClr val="accent1"/>
                        </a:solidFill>
                        <a:effectLst>
                          <a:outerShdw blurRad="38100" dist="25400" dir="5400000" algn="ctr" rotWithShape="0">
                            <a:srgbClr val="6E747A">
                              <a:alpha val="43000"/>
                            </a:srgbClr>
                          </a:outerShdw>
                        </a:effectLst>
                        <a:latin typeface="Cambria Math" panose="02040503050406030204" charset="0"/>
                        <a:cs typeface="Cambria Math" panose="02040503050406030204" charset="0"/>
                      </a:rPr>
                      <m:t>=</m:t>
                    </m:r>
                    <m:r>
                      <a:rPr lang="en-US" altLang="zh-CN" i="1">
                        <a:solidFill>
                          <a:schemeClr val="accent1"/>
                        </a:solidFill>
                        <a:effectLst>
                          <a:outerShdw blurRad="38100" dist="25400" dir="5400000" algn="ctr" rotWithShape="0">
                            <a:srgbClr val="6E747A">
                              <a:alpha val="43000"/>
                            </a:srgbClr>
                          </a:outerShdw>
                        </a:effectLst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1</m:t>
                    </m:r>
                  </m:oMath>
                </a14:m>
                <a:endParaRPr lang="en-US" altLang="zh-CN" i="1"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  <a:latin typeface="Cambria Math" panose="02040503050406030204" charset="0"/>
                  <a:ea typeface="MS Mincho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5" name="文本框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6535" y="645160"/>
                <a:ext cx="3326130" cy="375920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文本框 5"/>
              <p:cNvSpPr txBox="1"/>
              <p:nvPr/>
            </p:nvSpPr>
            <p:spPr>
              <a:xfrm>
                <a:off x="2974340" y="667385"/>
                <a:ext cx="2689225" cy="3797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14:m>
                  <m:oMath xmlns:m="http://schemas.openxmlformats.org/officeDocument/2006/math">
                    <m:r>
                      <a:rPr lang="en-US" altLang="zh-CN" i="1">
                        <a:solidFill>
                          <a:schemeClr val="accent1"/>
                        </a:solidFill>
                        <a:effectLst>
                          <a:outerShdw blurRad="38100" dist="25400" dir="5400000" algn="ctr" rotWithShape="0">
                            <a:srgbClr val="6E747A">
                              <a:alpha val="43000"/>
                            </a:srgbClr>
                          </a:outerShdw>
                        </a:effectLst>
                        <a:latin typeface="Cambria Math" panose="02040503050406030204" charset="0"/>
                        <a:cs typeface="Cambria Math" panose="02040503050406030204" charset="0"/>
                      </a:rPr>
                      <m:t>∴</m:t>
                    </m:r>
                    <m:r>
                      <a:rPr lang="en-US" altLang="zh-CN" i="1">
                        <a:solidFill>
                          <a:schemeClr val="accent1"/>
                        </a:solidFill>
                        <a:effectLst>
                          <a:outerShdw blurRad="38100" dist="25400" dir="5400000" algn="ctr" rotWithShape="0">
                            <a:srgbClr val="6E747A">
                              <a:alpha val="43000"/>
                            </a:srgbClr>
                          </a:outerShdw>
                        </a:effectLst>
                        <a:latin typeface="Cambria Math" panose="02040503050406030204" charset="0"/>
                        <a:cs typeface="Cambria Math" panose="02040503050406030204" charset="0"/>
                      </a:rPr>
                      <m:t>𝜆</m:t>
                    </m:r>
                    <m:sSup>
                      <m:sSupPr>
                        <m:ctrlPr>
                          <a:rPr lang="en-US" altLang="zh-CN" i="1">
                            <a:solidFill>
                              <a:schemeClr val="accent1"/>
                            </a:solidFill>
                            <a:effectLst>
                              <a:outerShdw blurRad="38100" dist="25400" dir="5400000" algn="ctr" rotWithShape="0">
                                <a:srgbClr val="6E747A">
                                  <a:alpha val="43000"/>
                                </a:srgbClr>
                              </a:outerShdw>
                            </a:effectLst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pPr>
                      <m:e>
                        <m:r>
                          <a:rPr lang="en-US" altLang="zh-CN" b="1" i="1">
                            <a:solidFill>
                              <a:schemeClr val="accent1"/>
                            </a:solidFill>
                            <a:effectLst>
                              <a:outerShdw blurRad="38100" dist="25400" dir="5400000" algn="ctr" rotWithShape="0">
                                <a:srgbClr val="6E747A">
                                  <a:alpha val="43000"/>
                                </a:srgbClr>
                              </a:outerShdw>
                            </a:effectLst>
                            <a:latin typeface="Cambria Math" panose="02040503050406030204" charset="0"/>
                            <a:cs typeface="Cambria Math" panose="02040503050406030204" charset="0"/>
                          </a:rPr>
                          <m:t>𝜶</m:t>
                        </m:r>
                      </m:e>
                      <m:sup>
                        <m:r>
                          <a:rPr lang="en-US" altLang="zh-CN" i="1">
                            <a:solidFill>
                              <a:schemeClr val="accent1"/>
                            </a:solidFill>
                            <a:effectLst>
                              <a:outerShdw blurRad="38100" dist="25400" dir="5400000" algn="ctr" rotWithShape="0">
                                <a:srgbClr val="6E747A">
                                  <a:alpha val="43000"/>
                                </a:srgbClr>
                              </a:outerShdw>
                            </a:effectLst>
                            <a:latin typeface="Cambria Math" panose="02040503050406030204" charset="0"/>
                            <a:cs typeface="Cambria Math" panose="02040503050406030204" charset="0"/>
                          </a:rPr>
                          <m:t>𝑇</m:t>
                        </m:r>
                      </m:sup>
                    </m:sSup>
                    <m:r>
                      <a:rPr lang="en-US" altLang="zh-CN" b="1" i="1">
                        <a:solidFill>
                          <a:schemeClr val="accent1"/>
                        </a:solidFill>
                        <a:effectLst>
                          <a:outerShdw blurRad="38100" dist="25400" dir="5400000" algn="ctr" rotWithShape="0">
                            <a:srgbClr val="6E747A">
                              <a:alpha val="43000"/>
                            </a:srgbClr>
                          </a:outerShdw>
                        </a:effectLst>
                        <a:latin typeface="Cambria Math" panose="02040503050406030204" charset="0"/>
                        <a:cs typeface="Cambria Math" panose="02040503050406030204" charset="0"/>
                      </a:rPr>
                      <m:t>𝜶</m:t>
                    </m:r>
                    <m:r>
                      <a:rPr lang="en-US" altLang="zh-CN" i="1">
                        <a:solidFill>
                          <a:schemeClr val="accent1"/>
                        </a:solidFill>
                        <a:effectLst>
                          <a:outerShdw blurRad="38100" dist="25400" dir="5400000" algn="ctr" rotWithShape="0">
                            <a:srgbClr val="6E747A">
                              <a:alpha val="43000"/>
                            </a:srgbClr>
                          </a:outerShdw>
                        </a:effectLst>
                        <a:latin typeface="Cambria Math" panose="02040503050406030204" charset="0"/>
                        <a:cs typeface="Cambria Math" panose="02040503050406030204" charset="0"/>
                      </a:rPr>
                      <m:t>=</m:t>
                    </m:r>
                    <m:r>
                      <a:rPr lang="en-US" altLang="zh-CN" i="1">
                        <a:solidFill>
                          <a:schemeClr val="accent1"/>
                        </a:solidFill>
                        <a:effectLst>
                          <a:outerShdw blurRad="38100" dist="25400" dir="5400000" algn="ctr" rotWithShape="0">
                            <a:srgbClr val="6E747A">
                              <a:alpha val="43000"/>
                            </a:srgbClr>
                          </a:outerShdw>
                        </a:effectLst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1</m:t>
                    </m:r>
                  </m:oMath>
                </a14:m>
                <a:r>
                  <a:rPr lang="en-US" altLang="zh-CN" i="1">
                    <a:solidFill>
                      <a:schemeClr val="accent1"/>
                    </a:solidFill>
                    <a:effectLst>
                      <a:outerShdw blurRad="38100" dist="25400" dir="5400000" algn="ctr" rotWithShape="0">
                        <a:srgbClr val="6E747A">
                          <a:alpha val="43000"/>
                        </a:srgbClr>
                      </a:outerShdw>
                    </a:effectLst>
                    <a:latin typeface="Cambria Math" panose="02040503050406030204" charset="0"/>
                    <a:ea typeface="MS Mincho" charset="0"/>
                    <a:cs typeface="Cambria Math" panose="02040503050406030204" charset="0"/>
                  </a:rPr>
                  <a:t> </a:t>
                </a:r>
                <a:endParaRPr lang="en-US" altLang="zh-CN" i="1"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  <a:latin typeface="Cambria Math" panose="02040503050406030204" charset="0"/>
                  <a:ea typeface="MS Mincho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6" name="文本框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74340" y="667385"/>
                <a:ext cx="2689225" cy="379730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直接箭头连接符 6"/>
          <p:cNvCxnSpPr>
            <a:endCxn id="6" idx="1"/>
          </p:cNvCxnSpPr>
          <p:nvPr/>
        </p:nvCxnSpPr>
        <p:spPr>
          <a:xfrm flipV="1">
            <a:off x="2355215" y="857250"/>
            <a:ext cx="619125" cy="12700"/>
          </a:xfrm>
          <a:prstGeom prst="straightConnector1">
            <a:avLst/>
          </a:prstGeom>
          <a:ln>
            <a:tailEnd type="arrow" w="med" len="med"/>
          </a:ln>
        </p:spPr>
        <p:style>
          <a:lnRef idx="2">
            <a:schemeClr val="accent6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文本框 7"/>
              <p:cNvSpPr txBox="1"/>
              <p:nvPr/>
            </p:nvSpPr>
            <p:spPr>
              <a:xfrm>
                <a:off x="216535" y="1042670"/>
                <a:ext cx="5822950" cy="4622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>
                    <a:solidFill>
                      <a:schemeClr val="accent1"/>
                    </a:solidFill>
                    <a:effectLst>
                      <a:outerShdw blurRad="38100" dist="25400" dir="5400000" algn="ctr" rotWithShape="0">
                        <a:srgbClr val="6E747A">
                          <a:alpha val="43000"/>
                        </a:srgbClr>
                      </a:outerShdw>
                    </a:effectLst>
                  </a:rPr>
                  <a:t>Therefore,we just need to define</a:t>
                </a:r>
                <a14:m>
                  <m:oMath xmlns:m="http://schemas.openxmlformats.org/officeDocument/2006/math">
                    <m:r>
                      <a:rPr lang="en-US" altLang="zh-CN" i="1">
                        <a:solidFill>
                          <a:schemeClr val="accent1"/>
                        </a:solidFill>
                        <a:effectLst>
                          <a:outerShdw blurRad="38100" dist="25400" dir="5400000" algn="ctr" rotWithShape="0">
                            <a:srgbClr val="6E747A">
                              <a:alpha val="43000"/>
                            </a:srgbClr>
                          </a:outerShdw>
                        </a:effectLst>
                        <a:latin typeface="Cambria Math" panose="02040503050406030204" charset="0"/>
                        <a:cs typeface="Cambria Math" panose="02040503050406030204" charset="0"/>
                      </a:rPr>
                      <m:t>   </m:t>
                    </m:r>
                    <m:r>
                      <a:rPr lang="en-US" altLang="zh-CN" b="1" i="1">
                        <a:solidFill>
                          <a:schemeClr val="accent1"/>
                        </a:solidFill>
                        <a:effectLst>
                          <a:outerShdw blurRad="38100" dist="25400" dir="5400000" algn="ctr" rotWithShape="0">
                            <a:srgbClr val="6E747A">
                              <a:alpha val="43000"/>
                            </a:srgbClr>
                          </a:outerShdw>
                        </a:effectLst>
                        <a:latin typeface="Cambria Math" panose="02040503050406030204" charset="0"/>
                        <a:cs typeface="Cambria Math" panose="02040503050406030204" charset="0"/>
                      </a:rPr>
                      <m:t>𝜶</m:t>
                    </m:r>
                    <m:r>
                      <a:rPr lang="en-US" altLang="zh-CN" i="1">
                        <a:solidFill>
                          <a:schemeClr val="accent1"/>
                        </a:solidFill>
                        <a:effectLst>
                          <a:outerShdw blurRad="38100" dist="25400" dir="5400000" algn="ctr" rotWithShape="0">
                            <a:srgbClr val="6E747A">
                              <a:alpha val="43000"/>
                            </a:srgbClr>
                          </a:outerShdw>
                        </a:effectLst>
                        <a:latin typeface="Cambria Math" panose="02040503050406030204" charset="0"/>
                        <a:cs typeface="Cambria Math" panose="02040503050406030204" charset="0"/>
                      </a:rPr>
                      <m:t>:=</m:t>
                    </m:r>
                    <m:f>
                      <m:fPr>
                        <m:ctrlPr>
                          <a:rPr lang="en-US" altLang="zh-CN" i="1">
                            <a:solidFill>
                              <a:schemeClr val="accent1"/>
                            </a:solidFill>
                            <a:effectLst>
                              <a:outerShdw blurRad="38100" dist="25400" dir="5400000" algn="ctr" rotWithShape="0">
                                <a:srgbClr val="6E747A">
                                  <a:alpha val="43000"/>
                                </a:srgbClr>
                              </a:outerShdw>
                            </a:effectLst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fPr>
                      <m:num>
                        <m:r>
                          <a:rPr lang="en-US" altLang="zh-CN" b="1" i="1">
                            <a:solidFill>
                              <a:schemeClr val="accent1"/>
                            </a:solidFill>
                            <a:effectLst>
                              <a:outerShdw blurRad="38100" dist="25400" dir="5400000" algn="ctr" rotWithShape="0">
                                <a:srgbClr val="6E747A">
                                  <a:alpha val="43000"/>
                                </a:srgbClr>
                              </a:outerShdw>
                            </a:effectLst>
                            <a:latin typeface="Cambria Math" panose="02040503050406030204" charset="0"/>
                            <a:cs typeface="Cambria Math" panose="02040503050406030204" charset="0"/>
                          </a:rPr>
                          <m:t>𝜶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altLang="zh-CN" i="1">
                                <a:solidFill>
                                  <a:schemeClr val="accent1"/>
                                </a:solidFill>
                                <a:effectLst>
                                  <a:outerShdw blurRad="38100" dist="25400" dir="5400000" algn="ctr" rotWithShape="0">
                                    <a:srgbClr val="6E747A">
                                      <a:alpha val="43000"/>
                                    </a:srgbClr>
                                  </a:outerShdw>
                                </a:effectLst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i="1">
                                <a:solidFill>
                                  <a:schemeClr val="accent1"/>
                                </a:solidFill>
                                <a:effectLst>
                                  <a:outerShdw blurRad="38100" dist="25400" dir="5400000" algn="ctr" rotWithShape="0">
                                    <a:srgbClr val="6E747A">
                                      <a:alpha val="43000"/>
                                    </a:srgbClr>
                                  </a:outerShdw>
                                </a:effectLst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𝜆</m:t>
                            </m:r>
                          </m:e>
                        </m:rad>
                      </m:den>
                    </m:f>
                  </m:oMath>
                </a14:m>
                <a:r>
                  <a:rPr lang="en-US" altLang="zh-CN" i="1">
                    <a:solidFill>
                      <a:schemeClr val="accent1"/>
                    </a:solidFill>
                    <a:effectLst>
                      <a:outerShdw blurRad="38100" dist="25400" dir="5400000" algn="ctr" rotWithShape="0">
                        <a:srgbClr val="6E747A">
                          <a:alpha val="43000"/>
                        </a:srgbClr>
                      </a:outerShdw>
                    </a:effectLst>
                    <a:latin typeface="Cambria Math" panose="02040503050406030204" charset="0"/>
                    <a:cs typeface="Cambria Math" panose="02040503050406030204" charset="0"/>
                  </a:rPr>
                  <a:t> </a:t>
                </a:r>
                <a:endParaRPr lang="en-US" altLang="zh-CN" i="1"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6535" y="1042670"/>
                <a:ext cx="5822950" cy="462280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文本框 8"/>
              <p:cNvSpPr txBox="1"/>
              <p:nvPr/>
            </p:nvSpPr>
            <p:spPr>
              <a:xfrm>
                <a:off x="216535" y="1511935"/>
                <a:ext cx="6448425" cy="368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14:m>
                  <m:oMath xmlns:m="http://schemas.openxmlformats.org/officeDocument/2006/math">
                    <m:r>
                      <a:rPr lang="en-US" altLang="zh-CN" i="1">
                        <a:solidFill>
                          <a:schemeClr val="accent1"/>
                        </a:solidFill>
                        <a:effectLst>
                          <a:outerShdw blurRad="38100" dist="25400" dir="5400000" algn="ctr" rotWithShape="0">
                            <a:srgbClr val="6E747A">
                              <a:alpha val="43000"/>
                            </a:srgbClr>
                          </a:outerShdw>
                        </a:effectLst>
                        <a:latin typeface="Cambria Math" panose="02040503050406030204" charset="0"/>
                        <a:cs typeface="Cambria Math" panose="02040503050406030204" charset="0"/>
                      </a:rPr>
                      <m:t>𝜑</m:t>
                    </m:r>
                    <m:r>
                      <a:rPr lang="en-US" altLang="zh-CN" i="1">
                        <a:solidFill>
                          <a:schemeClr val="accent1"/>
                        </a:solidFill>
                        <a:effectLst>
                          <a:outerShdw blurRad="38100" dist="25400" dir="5400000" algn="ctr" rotWithShape="0">
                            <a:srgbClr val="6E747A">
                              <a:alpha val="43000"/>
                            </a:srgbClr>
                          </a:outerShdw>
                        </a:effectLst>
                        <a:latin typeface="Cambria Math" panose="02040503050406030204" charset="0"/>
                        <a:cs typeface="Cambria Math" panose="02040503050406030204" charset="0"/>
                      </a:rPr>
                      <m:t>(</m:t>
                    </m:r>
                    <m:sSub>
                      <m:sSubPr>
                        <m:ctrlPr>
                          <a:rPr lang="en-US" altLang="zh-CN" b="1" i="1">
                            <a:solidFill>
                              <a:schemeClr val="accent1"/>
                            </a:solidFill>
                            <a:effectLst>
                              <a:outerShdw blurRad="38100" dist="25400" dir="5400000" algn="ctr" rotWithShape="0">
                                <a:srgbClr val="6E747A">
                                  <a:alpha val="43000"/>
                                </a:srgbClr>
                              </a:outerShdw>
                            </a:effectLst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b="1" i="1">
                            <a:solidFill>
                              <a:schemeClr val="accent1"/>
                            </a:solidFill>
                            <a:effectLst>
                              <a:outerShdw blurRad="38100" dist="25400" dir="5400000" algn="ctr" rotWithShape="0">
                                <a:srgbClr val="6E747A">
                                  <a:alpha val="43000"/>
                                </a:srgbClr>
                              </a:outerShdw>
                            </a:effectLst>
                            <a:latin typeface="Cambria Math" panose="02040503050406030204" charset="0"/>
                            <a:cs typeface="Cambria Math" panose="02040503050406030204" charset="0"/>
                          </a:rPr>
                          <m:t>𝒙</m:t>
                        </m:r>
                      </m:e>
                      <m:sub>
                        <m:r>
                          <a:rPr lang="en-US" altLang="zh-CN" b="1" i="1">
                            <a:solidFill>
                              <a:schemeClr val="accent1"/>
                            </a:solidFill>
                            <a:effectLst>
                              <a:outerShdw blurRad="38100" dist="25400" dir="5400000" algn="ctr" rotWithShape="0">
                                <a:srgbClr val="6E747A">
                                  <a:alpha val="43000"/>
                                </a:srgbClr>
                              </a:outerShdw>
                            </a:effectLst>
                            <a:latin typeface="Cambria Math" panose="02040503050406030204" charset="0"/>
                            <a:cs typeface="Cambria Math" panose="02040503050406030204" charset="0"/>
                          </a:rPr>
                          <m:t>𝒊</m:t>
                        </m:r>
                      </m:sub>
                    </m:sSub>
                    <m:r>
                      <a:rPr lang="en-US" altLang="zh-CN" i="1">
                        <a:solidFill>
                          <a:schemeClr val="accent1"/>
                        </a:solidFill>
                        <a:effectLst>
                          <a:outerShdw blurRad="38100" dist="25400" dir="5400000" algn="ctr" rotWithShape="0">
                            <a:srgbClr val="6E747A">
                              <a:alpha val="43000"/>
                            </a:srgbClr>
                          </a:outerShdw>
                        </a:effectLst>
                        <a:latin typeface="Cambria Math" panose="02040503050406030204" charset="0"/>
                        <a:cs typeface="Cambria Math" panose="02040503050406030204" charset="0"/>
                      </a:rPr>
                      <m:t>)</m:t>
                    </m:r>
                  </m:oMath>
                </a14:m>
                <a:r>
                  <a:rPr lang="en-US" altLang="zh-CN">
                    <a:solidFill>
                      <a:schemeClr val="accent1"/>
                    </a:solidFill>
                    <a:effectLst>
                      <a:outerShdw blurRad="38100" dist="25400" dir="5400000" algn="ctr" rotWithShape="0">
                        <a:srgbClr val="6E747A">
                          <a:alpha val="43000"/>
                        </a:srgbClr>
                      </a:outerShdw>
                    </a:effectLst>
                  </a:rPr>
                  <a:t> casts its shadow on axis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>
                            <a:solidFill>
                              <a:schemeClr val="accent1"/>
                            </a:solidFill>
                            <a:effectLst>
                              <a:outerShdw blurRad="38100" dist="25400" dir="5400000" algn="ctr" rotWithShape="0">
                                <a:srgbClr val="6E747A">
                                  <a:alpha val="43000"/>
                                </a:srgbClr>
                              </a:outerShdw>
                            </a:effectLst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b="1" i="1">
                            <a:solidFill>
                              <a:schemeClr val="accent1"/>
                            </a:solidFill>
                            <a:effectLst>
                              <a:outerShdw blurRad="38100" dist="25400" dir="5400000" algn="ctr" rotWithShape="0">
                                <a:srgbClr val="6E747A">
                                  <a:alpha val="43000"/>
                                </a:srgbClr>
                              </a:outerShdw>
                            </a:effectLst>
                            <a:latin typeface="Cambria Math" panose="02040503050406030204" charset="0"/>
                            <a:cs typeface="Cambria Math" panose="02040503050406030204" charset="0"/>
                          </a:rPr>
                          <m:t>𝒑</m:t>
                        </m:r>
                      </m:e>
                      <m:sub>
                        <m:r>
                          <a:rPr lang="en-US" altLang="zh-CN" b="1" i="1">
                            <a:solidFill>
                              <a:schemeClr val="accent1"/>
                            </a:solidFill>
                            <a:effectLst>
                              <a:outerShdw blurRad="38100" dist="25400" dir="5400000" algn="ctr" rotWithShape="0">
                                <a:srgbClr val="6E747A">
                                  <a:alpha val="43000"/>
                                </a:srgbClr>
                              </a:outerShdw>
                            </a:effectLst>
                            <a:latin typeface="Cambria Math" panose="02040503050406030204" charset="0"/>
                            <a:cs typeface="Cambria Math" panose="02040503050406030204" charset="0"/>
                          </a:rPr>
                          <m:t>𝒂</m:t>
                        </m:r>
                      </m:sub>
                    </m:sSub>
                  </m:oMath>
                </a14:m>
                <a:r>
                  <a:rPr lang="en-US" altLang="zh-CN" b="1">
                    <a:solidFill>
                      <a:schemeClr val="accent1"/>
                    </a:solidFill>
                    <a:effectLst>
                      <a:outerShdw blurRad="38100" dist="25400" dir="5400000" algn="ctr" rotWithShape="0">
                        <a:srgbClr val="6E747A">
                          <a:alpha val="43000"/>
                        </a:srgbClr>
                      </a:outerShdw>
                    </a:effectLst>
                  </a:rPr>
                  <a:t> </a:t>
                </a:r>
                <a:r>
                  <a:rPr lang="en-US" altLang="zh-CN">
                    <a:solidFill>
                      <a:schemeClr val="accent1"/>
                    </a:solidFill>
                    <a:effectLst>
                      <a:outerShdw blurRad="38100" dist="25400" dir="5400000" algn="ctr" rotWithShape="0">
                        <a:srgbClr val="6E747A">
                          <a:alpha val="43000"/>
                        </a:srgbClr>
                      </a:outerShdw>
                    </a:effectLst>
                  </a:rPr>
                  <a:t>and there is:</a:t>
                </a:r>
                <a:endParaRPr lang="en-US" altLang="zh-CN"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endParaRPr>
              </a:p>
            </p:txBody>
          </p:sp>
        </mc:Choice>
        <mc:Fallback>
          <p:sp>
            <p:nvSpPr>
              <p:cNvPr id="9" name="文本框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6535" y="1511935"/>
                <a:ext cx="6448425" cy="368300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文本框 9"/>
              <p:cNvSpPr txBox="1"/>
              <p:nvPr/>
            </p:nvSpPr>
            <p:spPr>
              <a:xfrm>
                <a:off x="216535" y="1956435"/>
                <a:ext cx="3134360" cy="4616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>
                            <a:solidFill>
                              <a:schemeClr val="accent1"/>
                            </a:solidFill>
                            <a:effectLst>
                              <a:outerShdw blurRad="38100" dist="25400" dir="5400000" algn="ctr" rotWithShape="0">
                                <a:srgbClr val="6E747A">
                                  <a:alpha val="43000"/>
                                </a:srgbClr>
                              </a:outerShdw>
                            </a:effectLst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b="1" i="1">
                            <a:solidFill>
                              <a:schemeClr val="accent1"/>
                            </a:solidFill>
                            <a:effectLst>
                              <a:outerShdw blurRad="38100" dist="25400" dir="5400000" algn="ctr" rotWithShape="0">
                                <a:srgbClr val="6E747A">
                                  <a:alpha val="43000"/>
                                </a:srgbClr>
                              </a:outerShdw>
                            </a:effectLst>
                            <a:latin typeface="Cambria Math" panose="02040503050406030204" charset="0"/>
                            <a:cs typeface="Cambria Math" panose="02040503050406030204" charset="0"/>
                          </a:rPr>
                          <m:t>𝒕</m:t>
                        </m:r>
                      </m:e>
                      <m:sub>
                        <m:r>
                          <a:rPr lang="en-US" altLang="zh-CN" b="1" i="1">
                            <a:solidFill>
                              <a:schemeClr val="accent1"/>
                            </a:solidFill>
                            <a:effectLst>
                              <a:outerShdw blurRad="38100" dist="25400" dir="5400000" algn="ctr" rotWithShape="0">
                                <a:srgbClr val="6E747A">
                                  <a:alpha val="43000"/>
                                </a:srgbClr>
                              </a:outerShdw>
                            </a:effectLst>
                            <a:latin typeface="Cambria Math" panose="02040503050406030204" charset="0"/>
                            <a:cs typeface="Cambria Math" panose="02040503050406030204" charset="0"/>
                          </a:rPr>
                          <m:t>𝒂𝒊</m:t>
                        </m:r>
                      </m:sub>
                    </m:sSub>
                    <m:r>
                      <a:rPr lang="en-US" altLang="zh-CN" i="1">
                        <a:solidFill>
                          <a:schemeClr val="accent1"/>
                        </a:solidFill>
                        <a:effectLst>
                          <a:outerShdw blurRad="38100" dist="25400" dir="5400000" algn="ctr" rotWithShape="0">
                            <a:srgbClr val="6E747A">
                              <a:alpha val="43000"/>
                            </a:srgbClr>
                          </a:outerShdw>
                        </a:effectLst>
                        <a:latin typeface="Cambria Math" panose="02040503050406030204" charset="0"/>
                        <a:cs typeface="Cambria Math" panose="02040503050406030204" charset="0"/>
                      </a:rPr>
                      <m:t>=</m:t>
                    </m:r>
                    <m:nary>
                      <m:naryPr>
                        <m:chr m:val="∑"/>
                        <m:limLoc m:val="subSup"/>
                        <m:ctrlPr>
                          <a:rPr lang="en-US" altLang="zh-CN" i="1">
                            <a:solidFill>
                              <a:schemeClr val="accent1"/>
                            </a:solidFill>
                            <a:effectLst>
                              <a:outerShdw blurRad="38100" dist="25400" dir="5400000" algn="ctr" rotWithShape="0">
                                <a:srgbClr val="6E747A">
                                  <a:alpha val="43000"/>
                                </a:srgbClr>
                              </a:outerShdw>
                            </a:effectLst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naryPr>
                      <m:sub>
                        <m:r>
                          <a:rPr lang="en-US" altLang="zh-CN" i="1">
                            <a:solidFill>
                              <a:schemeClr val="accent1"/>
                            </a:solidFill>
                            <a:effectLst>
                              <a:outerShdw blurRad="38100" dist="25400" dir="5400000" algn="ctr" rotWithShape="0">
                                <a:srgbClr val="6E747A">
                                  <a:alpha val="43000"/>
                                </a:srgbClr>
                              </a:outerShdw>
                            </a:effectLst>
                            <a:latin typeface="Cambria Math" panose="02040503050406030204" charset="0"/>
                            <a:cs typeface="Cambria Math" panose="02040503050406030204" charset="0"/>
                          </a:rPr>
                          <m:t>𝑗</m:t>
                        </m:r>
                        <m:r>
                          <a:rPr lang="en-US" altLang="zh-CN" i="1">
                            <a:solidFill>
                              <a:schemeClr val="accent1"/>
                            </a:solidFill>
                            <a:effectLst>
                              <a:outerShdw blurRad="38100" dist="25400" dir="5400000" algn="ctr" rotWithShape="0">
                                <a:srgbClr val="6E747A">
                                  <a:alpha val="43000"/>
                                </a:srgbClr>
                              </a:outerShdw>
                            </a:effectLst>
                            <a:latin typeface="Cambria Math" panose="02040503050406030204" charset="0"/>
                            <a:cs typeface="Cambria Math" panose="02040503050406030204" charset="0"/>
                          </a:rPr>
                          <m:t>=</m:t>
                        </m:r>
                        <m:r>
                          <a:rPr lang="en-US" altLang="zh-CN" i="1">
                            <a:solidFill>
                              <a:schemeClr val="accent1"/>
                            </a:solidFill>
                            <a:effectLst>
                              <a:outerShdw blurRad="38100" dist="25400" dir="5400000" algn="ctr" rotWithShape="0">
                                <a:srgbClr val="6E747A">
                                  <a:alpha val="43000"/>
                                </a:srgbClr>
                              </a:outerShdw>
                            </a:effectLst>
                            <a:latin typeface="Cambria Math" panose="02040503050406030204" charset="0"/>
                            <a:cs typeface="Cambria Math" panose="02040503050406030204" charset="0"/>
                          </a:rPr>
                          <m:t>1</m:t>
                        </m:r>
                      </m:sub>
                      <m:sup>
                        <m:r>
                          <a:rPr lang="en-US" altLang="zh-CN" i="1">
                            <a:solidFill>
                              <a:schemeClr val="accent1"/>
                            </a:solidFill>
                            <a:effectLst>
                              <a:outerShdw blurRad="38100" dist="25400" dir="5400000" algn="ctr" rotWithShape="0">
                                <a:srgbClr val="6E747A">
                                  <a:alpha val="43000"/>
                                </a:srgbClr>
                              </a:outerShdw>
                            </a:effectLst>
                            <a:latin typeface="Cambria Math" panose="02040503050406030204" charset="0"/>
                            <a:cs typeface="Cambria Math" panose="02040503050406030204" charset="0"/>
                          </a:rPr>
                          <m:t>𝑁</m:t>
                        </m:r>
                      </m:sup>
                      <m:e>
                        <m:sSub>
                          <m:sSubPr>
                            <m:ctrlPr>
                              <a:rPr lang="en-US" altLang="zh-CN" b="1" i="1">
                                <a:solidFill>
                                  <a:schemeClr val="accent1"/>
                                </a:solidFill>
                                <a:effectLst>
                                  <a:outerShdw blurRad="38100" dist="25400" dir="5400000" algn="ctr" rotWithShape="0">
                                    <a:srgbClr val="6E747A">
                                      <a:alpha val="43000"/>
                                    </a:srgbClr>
                                  </a:outerShdw>
                                </a:effectLst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lang="en-US" altLang="zh-CN" b="1" i="1">
                                <a:solidFill>
                                  <a:schemeClr val="accent1"/>
                                </a:solidFill>
                                <a:effectLst>
                                  <a:outerShdw blurRad="38100" dist="25400" dir="5400000" algn="ctr" rotWithShape="0">
                                    <a:srgbClr val="6E747A">
                                      <a:alpha val="43000"/>
                                    </a:srgbClr>
                                  </a:outerShdw>
                                </a:effectLst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𝜶</m:t>
                            </m:r>
                          </m:e>
                          <m:sub>
                            <m:r>
                              <a:rPr lang="en-US" altLang="zh-CN" b="1" i="1">
                                <a:solidFill>
                                  <a:schemeClr val="accent1"/>
                                </a:solidFill>
                                <a:effectLst>
                                  <a:outerShdw blurRad="38100" dist="25400" dir="5400000" algn="ctr" rotWithShape="0">
                                    <a:srgbClr val="6E747A">
                                      <a:alpha val="43000"/>
                                    </a:srgbClr>
                                  </a:outerShdw>
                                </a:effectLst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𝒂𝒋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b="1" i="1">
                                <a:solidFill>
                                  <a:schemeClr val="accent1"/>
                                </a:solidFill>
                                <a:effectLst>
                                  <a:outerShdw blurRad="38100" dist="25400" dir="5400000" algn="ctr" rotWithShape="0">
                                    <a:srgbClr val="6E747A">
                                      <a:alpha val="43000"/>
                                    </a:srgbClr>
                                  </a:outerShdw>
                                </a:effectLst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lang="en-US" altLang="zh-CN" b="1" i="1">
                                <a:solidFill>
                                  <a:schemeClr val="accent1"/>
                                </a:solidFill>
                                <a:effectLst>
                                  <a:outerShdw blurRad="38100" dist="25400" dir="5400000" algn="ctr" rotWithShape="0">
                                    <a:srgbClr val="6E747A">
                                      <a:alpha val="43000"/>
                                    </a:srgbClr>
                                  </a:outerShdw>
                                </a:effectLst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𝑲</m:t>
                            </m:r>
                          </m:e>
                          <m:sub>
                            <m:r>
                              <a:rPr lang="en-US" altLang="zh-CN" b="1" i="1">
                                <a:solidFill>
                                  <a:schemeClr val="accent1"/>
                                </a:solidFill>
                                <a:effectLst>
                                  <a:outerShdw blurRad="38100" dist="25400" dir="5400000" algn="ctr" rotWithShape="0">
                                    <a:srgbClr val="6E747A">
                                      <a:alpha val="43000"/>
                                    </a:srgbClr>
                                  </a:outerShdw>
                                </a:effectLst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𝒊𝒋</m:t>
                            </m:r>
                          </m:sub>
                        </m:sSub>
                      </m:e>
                    </m:nary>
                  </m:oMath>
                </a14:m>
                <a:r>
                  <a:rPr lang="en-US" altLang="zh-CN">
                    <a:solidFill>
                      <a:schemeClr val="accent1"/>
                    </a:solidFill>
                    <a:effectLst>
                      <a:outerShdw blurRad="38100" dist="25400" dir="5400000" algn="ctr" rotWithShape="0">
                        <a:srgbClr val="6E747A">
                          <a:alpha val="43000"/>
                        </a:srgbClr>
                      </a:outerShdw>
                    </a:effectLst>
                  </a:rPr>
                  <a:t> </a:t>
                </a:r>
                <a:endParaRPr lang="en-US" altLang="zh-CN"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endParaRPr>
              </a:p>
            </p:txBody>
          </p:sp>
        </mc:Choice>
        <mc:Fallback>
          <p:sp>
            <p:nvSpPr>
              <p:cNvPr id="10" name="文本框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6535" y="1956435"/>
                <a:ext cx="3134360" cy="461645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文本框 10"/>
              <p:cNvSpPr txBox="1"/>
              <p:nvPr/>
            </p:nvSpPr>
            <p:spPr>
              <a:xfrm>
                <a:off x="216535" y="2371090"/>
                <a:ext cx="6720840" cy="368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>
                            <a:solidFill>
                              <a:schemeClr val="accent1"/>
                            </a:solidFill>
                            <a:effectLst>
                              <a:outerShdw blurRad="38100" dist="25400" dir="5400000" algn="ctr" rotWithShape="0">
                                <a:srgbClr val="6E747A">
                                  <a:alpha val="43000"/>
                                </a:srgbClr>
                              </a:outerShdw>
                            </a:effectLst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b="1" i="1">
                            <a:solidFill>
                              <a:schemeClr val="accent1"/>
                            </a:solidFill>
                            <a:effectLst>
                              <a:outerShdw blurRad="38100" dist="25400" dir="5400000" algn="ctr" rotWithShape="0">
                                <a:srgbClr val="6E747A">
                                  <a:alpha val="43000"/>
                                </a:srgbClr>
                              </a:outerShdw>
                            </a:effectLst>
                            <a:latin typeface="Cambria Math" panose="02040503050406030204" charset="0"/>
                            <a:cs typeface="Cambria Math" panose="02040503050406030204" charset="0"/>
                          </a:rPr>
                          <m:t>𝒕</m:t>
                        </m:r>
                      </m:e>
                      <m:sub>
                        <m:r>
                          <a:rPr lang="en-US" altLang="zh-CN" b="1" i="1">
                            <a:solidFill>
                              <a:schemeClr val="accent1"/>
                            </a:solidFill>
                            <a:effectLst>
                              <a:outerShdw blurRad="38100" dist="25400" dir="5400000" algn="ctr" rotWithShape="0">
                                <a:srgbClr val="6E747A">
                                  <a:alpha val="43000"/>
                                </a:srgbClr>
                              </a:outerShdw>
                            </a:effectLst>
                            <a:latin typeface="Cambria Math" panose="02040503050406030204" charset="0"/>
                            <a:cs typeface="Cambria Math" panose="02040503050406030204" charset="0"/>
                          </a:rPr>
                          <m:t>𝒂</m:t>
                        </m:r>
                      </m:sub>
                    </m:sSub>
                    <m:r>
                      <a:rPr lang="en-US" altLang="zh-CN" i="1">
                        <a:solidFill>
                          <a:schemeClr val="accent1"/>
                        </a:solidFill>
                        <a:effectLst>
                          <a:outerShdw blurRad="38100" dist="25400" dir="5400000" algn="ctr" rotWithShape="0">
                            <a:srgbClr val="6E747A">
                              <a:alpha val="43000"/>
                            </a:srgbClr>
                          </a:outerShdw>
                        </a:effectLst>
                        <a:latin typeface="Cambria Math" panose="02040503050406030204" charset="0"/>
                        <a:cs typeface="Cambria Math" panose="02040503050406030204" charset="0"/>
                      </a:rPr>
                      <m:t>=</m:t>
                    </m:r>
                    <m:r>
                      <a:rPr lang="en-US" altLang="zh-CN" b="1" i="1">
                        <a:solidFill>
                          <a:schemeClr val="accent1"/>
                        </a:solidFill>
                        <a:effectLst>
                          <a:outerShdw blurRad="38100" dist="25400" dir="5400000" algn="ctr" rotWithShape="0">
                            <a:srgbClr val="6E747A">
                              <a:alpha val="43000"/>
                            </a:srgbClr>
                          </a:outerShdw>
                        </a:effectLst>
                        <a:latin typeface="Cambria Math" panose="02040503050406030204" charset="0"/>
                        <a:cs typeface="Cambria Math" panose="02040503050406030204" charset="0"/>
                      </a:rPr>
                      <m:t>𝑲</m:t>
                    </m:r>
                    <m:sSub>
                      <m:sSubPr>
                        <m:ctrlPr>
                          <a:rPr lang="en-US" altLang="zh-CN" b="1" i="1">
                            <a:solidFill>
                              <a:schemeClr val="accent1"/>
                            </a:solidFill>
                            <a:effectLst>
                              <a:outerShdw blurRad="38100" dist="25400" dir="5400000" algn="ctr" rotWithShape="0">
                                <a:srgbClr val="6E747A">
                                  <a:alpha val="43000"/>
                                </a:srgbClr>
                              </a:outerShdw>
                            </a:effectLst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b="1" i="1">
                            <a:solidFill>
                              <a:schemeClr val="accent1"/>
                            </a:solidFill>
                            <a:effectLst>
                              <a:outerShdw blurRad="38100" dist="25400" dir="5400000" algn="ctr" rotWithShape="0">
                                <a:srgbClr val="6E747A">
                                  <a:alpha val="43000"/>
                                </a:srgbClr>
                              </a:outerShdw>
                            </a:effectLst>
                            <a:latin typeface="Cambria Math" panose="02040503050406030204" charset="0"/>
                            <a:cs typeface="Cambria Math" panose="02040503050406030204" charset="0"/>
                          </a:rPr>
                          <m:t>𝜶</m:t>
                        </m:r>
                      </m:e>
                      <m:sub>
                        <m:r>
                          <a:rPr lang="en-US" altLang="zh-CN" b="1" i="1">
                            <a:solidFill>
                              <a:schemeClr val="accent1"/>
                            </a:solidFill>
                            <a:effectLst>
                              <a:outerShdw blurRad="38100" dist="25400" dir="5400000" algn="ctr" rotWithShape="0">
                                <a:srgbClr val="6E747A">
                                  <a:alpha val="43000"/>
                                </a:srgbClr>
                              </a:outerShdw>
                            </a:effectLst>
                            <a:latin typeface="Cambria Math" panose="02040503050406030204" charset="0"/>
                            <a:cs typeface="Cambria Math" panose="02040503050406030204" charset="0"/>
                          </a:rPr>
                          <m:t>𝒂</m:t>
                        </m:r>
                      </m:sub>
                    </m:sSub>
                    <m:r>
                      <a:rPr lang="en-US" altLang="zh-CN" i="1">
                        <a:solidFill>
                          <a:schemeClr val="accent1"/>
                        </a:solidFill>
                        <a:effectLst>
                          <a:outerShdw blurRad="38100" dist="25400" dir="5400000" algn="ctr" rotWithShape="0">
                            <a:srgbClr val="6E747A">
                              <a:alpha val="43000"/>
                            </a:srgbClr>
                          </a:outerShdw>
                        </a:effectLst>
                        <a:latin typeface="Cambria Math" panose="02040503050406030204" charset="0"/>
                        <a:cs typeface="Cambria Math" panose="02040503050406030204" charset="0"/>
                      </a:rPr>
                      <m:t>=</m:t>
                    </m:r>
                    <m:r>
                      <a:rPr lang="en-US" altLang="zh-CN" i="1">
                        <a:solidFill>
                          <a:schemeClr val="accent1"/>
                        </a:solidFill>
                        <a:effectLst>
                          <a:outerShdw blurRad="38100" dist="25400" dir="5400000" algn="ctr" rotWithShape="0">
                            <a:srgbClr val="6E747A">
                              <a:alpha val="43000"/>
                            </a:srgbClr>
                          </a:outerShdw>
                        </a:effectLst>
                        <a:latin typeface="Cambria Math" panose="02040503050406030204" charset="0"/>
                        <a:cs typeface="Cambria Math" panose="02040503050406030204" charset="0"/>
                      </a:rPr>
                      <m:t>𝜆</m:t>
                    </m:r>
                    <m:sSub>
                      <m:sSubPr>
                        <m:ctrlPr>
                          <a:rPr lang="en-US" altLang="zh-CN" b="1" i="1">
                            <a:solidFill>
                              <a:schemeClr val="accent1"/>
                            </a:solidFill>
                            <a:effectLst>
                              <a:outerShdw blurRad="38100" dist="25400" dir="5400000" algn="ctr" rotWithShape="0">
                                <a:srgbClr val="6E747A">
                                  <a:alpha val="43000"/>
                                </a:srgbClr>
                              </a:outerShdw>
                            </a:effectLst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b="1" i="1">
                            <a:solidFill>
                              <a:schemeClr val="accent1"/>
                            </a:solidFill>
                            <a:effectLst>
                              <a:outerShdw blurRad="38100" dist="25400" dir="5400000" algn="ctr" rotWithShape="0">
                                <a:srgbClr val="6E747A">
                                  <a:alpha val="43000"/>
                                </a:srgbClr>
                              </a:outerShdw>
                            </a:effectLst>
                            <a:latin typeface="Cambria Math" panose="02040503050406030204" charset="0"/>
                            <a:cs typeface="Cambria Math" panose="02040503050406030204" charset="0"/>
                          </a:rPr>
                          <m:t>𝜶</m:t>
                        </m:r>
                      </m:e>
                      <m:sub>
                        <m:r>
                          <a:rPr lang="en-US" altLang="zh-CN" b="1" i="1">
                            <a:solidFill>
                              <a:schemeClr val="accent1"/>
                            </a:solidFill>
                            <a:effectLst>
                              <a:outerShdw blurRad="38100" dist="25400" dir="5400000" algn="ctr" rotWithShape="0">
                                <a:srgbClr val="6E747A">
                                  <a:alpha val="43000"/>
                                </a:srgbClr>
                              </a:outerShdw>
                            </a:effectLst>
                            <a:latin typeface="Cambria Math" panose="02040503050406030204" charset="0"/>
                            <a:cs typeface="Cambria Math" panose="02040503050406030204" charset="0"/>
                          </a:rPr>
                          <m:t>𝒂</m:t>
                        </m:r>
                      </m:sub>
                    </m:sSub>
                  </m:oMath>
                </a14:m>
                <a:r>
                  <a:rPr lang="en-US" altLang="zh-CN">
                    <a:solidFill>
                      <a:schemeClr val="accent1"/>
                    </a:solidFill>
                    <a:effectLst>
                      <a:outerShdw blurRad="38100" dist="25400" dir="5400000" algn="ctr" rotWithShape="0">
                        <a:srgbClr val="6E747A">
                          <a:alpha val="43000"/>
                        </a:srgbClr>
                      </a:outerShdw>
                    </a:effectLst>
                  </a:rPr>
                  <a:t> </a:t>
                </a:r>
                <a:endParaRPr lang="en-US" altLang="zh-CN"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endParaRPr>
              </a:p>
            </p:txBody>
          </p:sp>
        </mc:Choice>
        <mc:Fallback>
          <p:sp>
            <p:nvSpPr>
              <p:cNvPr id="11" name="文本框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6535" y="2371090"/>
                <a:ext cx="6720840" cy="368300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文本框 11"/>
              <p:cNvSpPr txBox="1"/>
              <p:nvPr/>
            </p:nvSpPr>
            <p:spPr>
              <a:xfrm>
                <a:off x="2202180" y="2192020"/>
                <a:ext cx="2676525" cy="368300"/>
              </a:xfrm>
              <a:prstGeom prst="rect">
                <a:avLst/>
              </a:prstGeom>
              <a:solidFill>
                <a:srgbClr val="7030A0"/>
              </a:solidFill>
            </p:spPr>
            <p:txBody>
              <a:bodyPr wrap="square" rtlCol="0">
                <a:spAutoFit/>
              </a:bodyPr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>
                            <a:solidFill>
                              <a:srgbClr val="FF0000"/>
                            </a:solidFill>
                            <a:effectLst>
                              <a:outerShdw blurRad="38100" dist="25400" dir="5400000" algn="ctr" rotWithShape="0">
                                <a:srgbClr val="6E747A">
                                  <a:alpha val="43000"/>
                                </a:srgbClr>
                              </a:outerShdw>
                            </a:effectLst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b="1" i="1">
                            <a:solidFill>
                              <a:srgbClr val="FF0000"/>
                            </a:solidFill>
                            <a:effectLst>
                              <a:outerShdw blurRad="38100" dist="25400" dir="5400000" algn="ctr" rotWithShape="0">
                                <a:srgbClr val="6E747A">
                                  <a:alpha val="43000"/>
                                </a:srgbClr>
                              </a:outerShdw>
                            </a:effectLst>
                            <a:latin typeface="Cambria Math" panose="02040503050406030204" charset="0"/>
                            <a:cs typeface="Cambria Math" panose="02040503050406030204" charset="0"/>
                          </a:rPr>
                          <m:t>𝒕</m:t>
                        </m:r>
                      </m:e>
                      <m:sub>
                        <m:r>
                          <a:rPr lang="en-US" altLang="zh-CN" b="1" i="1">
                            <a:solidFill>
                              <a:srgbClr val="FF0000"/>
                            </a:solidFill>
                            <a:effectLst>
                              <a:outerShdw blurRad="38100" dist="25400" dir="5400000" algn="ctr" rotWithShape="0">
                                <a:srgbClr val="6E747A">
                                  <a:alpha val="43000"/>
                                </a:srgbClr>
                              </a:outerShdw>
                            </a:effectLst>
                            <a:latin typeface="Cambria Math" panose="02040503050406030204" charset="0"/>
                            <a:cs typeface="Cambria Math" panose="02040503050406030204" charset="0"/>
                          </a:rPr>
                          <m:t>𝒂</m:t>
                        </m:r>
                      </m:sub>
                    </m:sSub>
                    <m:r>
                      <a:rPr lang="en-US" altLang="zh-CN" i="1">
                        <a:solidFill>
                          <a:srgbClr val="FF0000"/>
                        </a:solidFill>
                        <a:effectLst>
                          <a:outerShdw blurRad="38100" dist="25400" dir="5400000" algn="ctr" rotWithShape="0">
                            <a:srgbClr val="6E747A">
                              <a:alpha val="43000"/>
                            </a:srgbClr>
                          </a:outerShdw>
                        </a:effectLst>
                        <a:latin typeface="Cambria Math" panose="02040503050406030204" charset="0"/>
                        <a:cs typeface="Cambria Math" panose="02040503050406030204" charset="0"/>
                      </a:rPr>
                      <m:t>=</m:t>
                    </m:r>
                    <m:r>
                      <a:rPr lang="en-US" altLang="zh-CN" i="1">
                        <a:solidFill>
                          <a:srgbClr val="FF0000"/>
                        </a:solidFill>
                        <a:effectLst>
                          <a:outerShdw blurRad="38100" dist="25400" dir="5400000" algn="ctr" rotWithShape="0">
                            <a:srgbClr val="6E747A">
                              <a:alpha val="43000"/>
                            </a:srgbClr>
                          </a:outerShdw>
                        </a:effectLst>
                        <a:latin typeface="Cambria Math" panose="02040503050406030204" charset="0"/>
                        <a:cs typeface="Cambria Math" panose="02040503050406030204" charset="0"/>
                      </a:rPr>
                      <m:t>𝐶𝑜𝑣</m:t>
                    </m:r>
                    <m:r>
                      <a:rPr lang="en-US" altLang="zh-CN" i="1">
                        <a:solidFill>
                          <a:srgbClr val="FF0000"/>
                        </a:solidFill>
                        <a:effectLst>
                          <a:outerShdw blurRad="38100" dist="25400" dir="5400000" algn="ctr" rotWithShape="0">
                            <a:srgbClr val="6E747A">
                              <a:alpha val="43000"/>
                            </a:srgbClr>
                          </a:outerShdw>
                        </a:effectLst>
                        <a:latin typeface="Cambria Math" panose="02040503050406030204" charset="0"/>
                        <a:cs typeface="Cambria Math" panose="02040503050406030204" charset="0"/>
                      </a:rPr>
                      <m:t>·</m:t>
                    </m:r>
                    <m:sSub>
                      <m:sSubPr>
                        <m:ctrlPr>
                          <a:rPr lang="en-US" altLang="zh-CN" b="1" i="1">
                            <a:solidFill>
                              <a:srgbClr val="FF0000"/>
                            </a:solidFill>
                            <a:effectLst>
                              <a:outerShdw blurRad="38100" dist="25400" dir="5400000" algn="ctr" rotWithShape="0">
                                <a:srgbClr val="6E747A">
                                  <a:alpha val="43000"/>
                                </a:srgbClr>
                              </a:outerShdw>
                            </a:effectLst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b="1" i="1">
                            <a:solidFill>
                              <a:srgbClr val="FF0000"/>
                            </a:solidFill>
                            <a:effectLst>
                              <a:outerShdw blurRad="38100" dist="25400" dir="5400000" algn="ctr" rotWithShape="0">
                                <a:srgbClr val="6E747A">
                                  <a:alpha val="43000"/>
                                </a:srgbClr>
                              </a:outerShdw>
                            </a:effectLst>
                            <a:latin typeface="Cambria Math" panose="02040503050406030204" charset="0"/>
                            <a:cs typeface="Cambria Math" panose="02040503050406030204" charset="0"/>
                          </a:rPr>
                          <m:t>𝜶</m:t>
                        </m:r>
                      </m:e>
                      <m:sub>
                        <m:r>
                          <a:rPr lang="en-US" altLang="zh-CN" b="1" i="1">
                            <a:solidFill>
                              <a:srgbClr val="FF0000"/>
                            </a:solidFill>
                            <a:effectLst>
                              <a:outerShdw blurRad="38100" dist="25400" dir="5400000" algn="ctr" rotWithShape="0">
                                <a:srgbClr val="6E747A">
                                  <a:alpha val="43000"/>
                                </a:srgbClr>
                              </a:outerShdw>
                            </a:effectLst>
                            <a:latin typeface="Cambria Math" panose="02040503050406030204" charset="0"/>
                            <a:cs typeface="Cambria Math" panose="02040503050406030204" charset="0"/>
                          </a:rPr>
                          <m:t>𝒂</m:t>
                        </m:r>
                      </m:sub>
                    </m:sSub>
                    <m:r>
                      <a:rPr lang="en-US" altLang="zh-CN" i="1">
                        <a:solidFill>
                          <a:srgbClr val="FF0000"/>
                        </a:solidFill>
                        <a:effectLst>
                          <a:outerShdw blurRad="38100" dist="25400" dir="5400000" algn="ctr" rotWithShape="0">
                            <a:srgbClr val="6E747A">
                              <a:alpha val="43000"/>
                            </a:srgbClr>
                          </a:outerShdw>
                        </a:effectLst>
                        <a:latin typeface="Cambria Math" panose="02040503050406030204" charset="0"/>
                        <a:cs typeface="Cambria Math" panose="02040503050406030204" charset="0"/>
                      </a:rPr>
                      <m:t>=</m:t>
                    </m:r>
                    <m:sSub>
                      <m:sSubPr>
                        <m:ctrlPr>
                          <a:rPr lang="en-US" altLang="zh-CN" i="1">
                            <a:solidFill>
                              <a:srgbClr val="FF0000"/>
                            </a:solidFill>
                            <a:effectLst>
                              <a:outerShdw blurRad="38100" dist="25400" dir="5400000" algn="ctr" rotWithShape="0">
                                <a:srgbClr val="6E747A">
                                  <a:alpha val="43000"/>
                                </a:srgbClr>
                              </a:outerShdw>
                            </a:effectLst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rgbClr val="FF0000"/>
                            </a:solidFill>
                            <a:effectLst>
                              <a:outerShdw blurRad="38100" dist="25400" dir="5400000" algn="ctr" rotWithShape="0">
                                <a:srgbClr val="6E747A">
                                  <a:alpha val="43000"/>
                                </a:srgbClr>
                              </a:outerShdw>
                            </a:effectLst>
                            <a:latin typeface="Cambria Math" panose="02040503050406030204" charset="0"/>
                            <a:cs typeface="Cambria Math" panose="02040503050406030204" charset="0"/>
                          </a:rPr>
                          <m:t>𝜆</m:t>
                        </m:r>
                      </m:e>
                      <m:sub>
                        <m:r>
                          <a:rPr lang="en-US" altLang="zh-CN" i="1">
                            <a:solidFill>
                              <a:srgbClr val="FF0000"/>
                            </a:solidFill>
                            <a:effectLst>
                              <a:outerShdw blurRad="38100" dist="25400" dir="5400000" algn="ctr" rotWithShape="0">
                                <a:srgbClr val="6E747A">
                                  <a:alpha val="43000"/>
                                </a:srgbClr>
                              </a:outerShdw>
                            </a:effectLst>
                            <a:latin typeface="Cambria Math" panose="02040503050406030204" charset="0"/>
                            <a:cs typeface="Cambria Math" panose="02040503050406030204" charset="0"/>
                          </a:rPr>
                          <m:t>𝑎</m:t>
                        </m:r>
                        <m:r>
                          <a:rPr lang="en-US" altLang="zh-CN" i="1">
                            <a:solidFill>
                              <a:srgbClr val="FF0000"/>
                            </a:solidFill>
                            <a:effectLst>
                              <a:outerShdw blurRad="38100" dist="25400" dir="5400000" algn="ctr" rotWithShape="0">
                                <a:srgbClr val="6E747A">
                                  <a:alpha val="43000"/>
                                </a:srgbClr>
                              </a:outerShdw>
                            </a:effectLst>
                            <a:latin typeface="Cambria Math" panose="02040503050406030204" charset="0"/>
                            <a:cs typeface="Cambria Math" panose="02040503050406030204" charset="0"/>
                          </a:rPr>
                          <m:t>−</m:t>
                        </m:r>
                        <m:r>
                          <a:rPr lang="en-US" altLang="zh-CN" i="1">
                            <a:solidFill>
                              <a:srgbClr val="FF0000"/>
                            </a:solidFill>
                            <a:effectLst>
                              <a:outerShdw blurRad="38100" dist="25400" dir="5400000" algn="ctr" rotWithShape="0">
                                <a:srgbClr val="6E747A">
                                  <a:alpha val="43000"/>
                                </a:srgbClr>
                              </a:outerShdw>
                            </a:effectLst>
                            <a:latin typeface="Cambria Math" panose="02040503050406030204" charset="0"/>
                            <a:cs typeface="Cambria Math" panose="02040503050406030204" charset="0"/>
                          </a:rPr>
                          <m:t>𝑚𝑎𝑥</m:t>
                        </m:r>
                      </m:sub>
                    </m:sSub>
                    <m:sSub>
                      <m:sSubPr>
                        <m:ctrlPr>
                          <a:rPr lang="en-US" altLang="zh-CN" b="1" i="1">
                            <a:solidFill>
                              <a:srgbClr val="FF0000"/>
                            </a:solidFill>
                            <a:effectLst>
                              <a:outerShdw blurRad="38100" dist="25400" dir="5400000" algn="ctr" rotWithShape="0">
                                <a:srgbClr val="6E747A">
                                  <a:alpha val="43000"/>
                                </a:srgbClr>
                              </a:outerShdw>
                            </a:effectLst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b="1" i="1">
                            <a:solidFill>
                              <a:srgbClr val="FF0000"/>
                            </a:solidFill>
                            <a:effectLst>
                              <a:outerShdw blurRad="38100" dist="25400" dir="5400000" algn="ctr" rotWithShape="0">
                                <a:srgbClr val="6E747A">
                                  <a:alpha val="43000"/>
                                </a:srgbClr>
                              </a:outerShdw>
                            </a:effectLst>
                            <a:latin typeface="Cambria Math" panose="02040503050406030204" charset="0"/>
                            <a:cs typeface="Cambria Math" panose="02040503050406030204" charset="0"/>
                          </a:rPr>
                          <m:t>𝜶</m:t>
                        </m:r>
                      </m:e>
                      <m:sub>
                        <m:r>
                          <a:rPr lang="en-US" altLang="zh-CN" b="1" i="1">
                            <a:solidFill>
                              <a:srgbClr val="FF0000"/>
                            </a:solidFill>
                            <a:effectLst>
                              <a:outerShdw blurRad="38100" dist="25400" dir="5400000" algn="ctr" rotWithShape="0">
                                <a:srgbClr val="6E747A">
                                  <a:alpha val="43000"/>
                                </a:srgbClr>
                              </a:outerShdw>
                            </a:effectLst>
                            <a:latin typeface="Cambria Math" panose="02040503050406030204" charset="0"/>
                            <a:cs typeface="Cambria Math" panose="02040503050406030204" charset="0"/>
                          </a:rPr>
                          <m:t>𝒂</m:t>
                        </m:r>
                      </m:sub>
                    </m:sSub>
                  </m:oMath>
                </a14:m>
                <a:r>
                  <a:rPr lang="en-US" altLang="zh-CN" b="1" i="1">
                    <a:solidFill>
                      <a:srgbClr val="FF0000"/>
                    </a:solidFill>
                    <a:effectLst>
                      <a:outerShdw blurRad="38100" dist="25400" dir="5400000" algn="ctr" rotWithShape="0">
                        <a:srgbClr val="6E747A">
                          <a:alpha val="43000"/>
                        </a:srgbClr>
                      </a:outerShdw>
                    </a:effectLst>
                    <a:latin typeface="Cambria Math" panose="02040503050406030204" charset="0"/>
                    <a:cs typeface="Cambria Math" panose="02040503050406030204" charset="0"/>
                  </a:rPr>
                  <a:t> </a:t>
                </a:r>
                <a:endParaRPr lang="en-US" altLang="zh-CN" b="1" i="1">
                  <a:solidFill>
                    <a:srgbClr val="FF0000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12" name="文本框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2180" y="2192020"/>
                <a:ext cx="2676525" cy="368300"/>
              </a:xfrm>
              <a:prstGeom prst="rect">
                <a:avLst/>
              </a:prstGeom>
              <a:blipFill rotWithShape="1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文本框 12"/>
          <p:cNvSpPr txBox="1"/>
          <p:nvPr/>
        </p:nvSpPr>
        <p:spPr>
          <a:xfrm>
            <a:off x="3116580" y="1902460"/>
            <a:ext cx="1255395" cy="30670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p>
            <a:r>
              <a:rPr lang="en-US" altLang="zh-CN" sz="1400">
                <a:solidFill>
                  <a:schemeClr val="accent4"/>
                </a:solidFill>
                <a:effectLst/>
              </a:rPr>
              <a:t>(PCA)</a:t>
            </a:r>
            <a:endParaRPr lang="en-US" altLang="zh-CN" sz="1400">
              <a:solidFill>
                <a:schemeClr val="accent4"/>
              </a:solidFill>
              <a:effectLst/>
            </a:endParaRPr>
          </a:p>
        </p:txBody>
      </p:sp>
      <p:cxnSp>
        <p:nvCxnSpPr>
          <p:cNvPr id="16" name="直接连接符 15"/>
          <p:cNvCxnSpPr/>
          <p:nvPr/>
        </p:nvCxnSpPr>
        <p:spPr>
          <a:xfrm flipV="1">
            <a:off x="0" y="2877185"/>
            <a:ext cx="5322570" cy="4445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7" name="直接连接符 16"/>
          <p:cNvCxnSpPr/>
          <p:nvPr/>
        </p:nvCxnSpPr>
        <p:spPr>
          <a:xfrm flipH="1" flipV="1">
            <a:off x="5297805" y="-8890"/>
            <a:ext cx="74295" cy="687451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8" name="文本框 17"/>
          <p:cNvSpPr txBox="1"/>
          <p:nvPr/>
        </p:nvSpPr>
        <p:spPr>
          <a:xfrm>
            <a:off x="99060" y="6551295"/>
            <a:ext cx="543496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>
                <a:solidFill>
                  <a:srgbClr val="7030A0"/>
                </a:solidFill>
                <a:hlinkClick r:id="rId9" action="ppaction://hlinkfile"/>
              </a:rPr>
              <a:t>Reference:https://zhuanlan.zhihu.com/p/59775730</a:t>
            </a:r>
            <a:endParaRPr lang="en-US" altLang="zh-CN" sz="1400">
              <a:solidFill>
                <a:srgbClr val="7030A0"/>
              </a:solidFill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216535" y="3011805"/>
            <a:ext cx="25349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Decentralization:</a:t>
            </a:r>
            <a:endParaRPr lang="en-US" altLang="zh-CN">
              <a:solidFill>
                <a:srgbClr val="FF000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" name="文本框 19"/>
              <p:cNvSpPr txBox="1"/>
              <p:nvPr/>
            </p:nvSpPr>
            <p:spPr>
              <a:xfrm>
                <a:off x="203200" y="3333115"/>
                <a:ext cx="5156200" cy="4889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>
                    <a:solidFill>
                      <a:schemeClr val="accent1"/>
                    </a:solidFill>
                    <a:effectLst>
                      <a:outerShdw blurRad="38100" dist="25400" dir="5400000" algn="ctr" rotWithShape="0">
                        <a:srgbClr val="6E747A">
                          <a:alpha val="43000"/>
                        </a:srgbClr>
                      </a:outerShdw>
                    </a:effectLst>
                    <a:latin typeface="Cambria Math" panose="02040503050406030204" charset="0"/>
                    <a:cs typeface="Cambria Math" panose="02040503050406030204" charset="0"/>
                  </a:rPr>
                  <a:t>We need to find 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en-US" altLang="zh-CN" i="1">
                            <a:solidFill>
                              <a:schemeClr val="accent1"/>
                            </a:solidFill>
                            <a:effectLst>
                              <a:outerShdw blurRad="38100" dist="25400" dir="5400000" algn="ctr" rotWithShape="0">
                                <a:srgbClr val="6E747A">
                                  <a:alpha val="43000"/>
                                </a:srgbClr>
                              </a:outerShdw>
                            </a:effectLst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accPr>
                      <m:e>
                        <m:r>
                          <a:rPr lang="en-US" altLang="zh-CN" i="1">
                            <a:solidFill>
                              <a:schemeClr val="accent1"/>
                            </a:solidFill>
                            <a:effectLst>
                              <a:outerShdw blurRad="38100" dist="25400" dir="5400000" algn="ctr" rotWithShape="0">
                                <a:srgbClr val="6E747A">
                                  <a:alpha val="43000"/>
                                </a:srgbClr>
                              </a:outerShdw>
                            </a:effectLst>
                            <a:latin typeface="Cambria Math" panose="02040503050406030204" charset="0"/>
                            <a:cs typeface="Cambria Math" panose="02040503050406030204" charset="0"/>
                          </a:rPr>
                          <m:t>𝜑</m:t>
                        </m:r>
                      </m:e>
                    </m:acc>
                    <m:r>
                      <a:rPr lang="en-US" altLang="zh-CN" i="1">
                        <a:solidFill>
                          <a:schemeClr val="accent1"/>
                        </a:solidFill>
                        <a:effectLst>
                          <a:outerShdw blurRad="38100" dist="25400" dir="5400000" algn="ctr" rotWithShape="0">
                            <a:srgbClr val="6E747A">
                              <a:alpha val="43000"/>
                            </a:srgbClr>
                          </a:outerShdw>
                        </a:effectLst>
                        <a:latin typeface="Cambria Math" panose="02040503050406030204" charset="0"/>
                        <a:cs typeface="Cambria Math" panose="02040503050406030204" charset="0"/>
                      </a:rPr>
                      <m:t>(</m:t>
                    </m:r>
                    <m:sSub>
                      <m:sSubPr>
                        <m:ctrlPr>
                          <a:rPr lang="en-US" altLang="zh-CN" b="1" i="1">
                            <a:solidFill>
                              <a:schemeClr val="accent1"/>
                            </a:solidFill>
                            <a:effectLst>
                              <a:outerShdw blurRad="38100" dist="25400" dir="5400000" algn="ctr" rotWithShape="0">
                                <a:srgbClr val="6E747A">
                                  <a:alpha val="43000"/>
                                </a:srgbClr>
                              </a:outerShdw>
                            </a:effectLst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b="1" i="1">
                            <a:solidFill>
                              <a:schemeClr val="accent1"/>
                            </a:solidFill>
                            <a:effectLst>
                              <a:outerShdw blurRad="38100" dist="25400" dir="5400000" algn="ctr" rotWithShape="0">
                                <a:srgbClr val="6E747A">
                                  <a:alpha val="43000"/>
                                </a:srgbClr>
                              </a:outerShdw>
                            </a:effectLst>
                            <a:latin typeface="Cambria Math" panose="02040503050406030204" charset="0"/>
                            <a:cs typeface="Cambria Math" panose="02040503050406030204" charset="0"/>
                          </a:rPr>
                          <m:t>𝒙</m:t>
                        </m:r>
                      </m:e>
                      <m:sub>
                        <m:r>
                          <a:rPr lang="en-US" altLang="zh-CN" b="1" i="1">
                            <a:solidFill>
                              <a:schemeClr val="accent1"/>
                            </a:solidFill>
                            <a:effectLst>
                              <a:outerShdw blurRad="38100" dist="25400" dir="5400000" algn="ctr" rotWithShape="0">
                                <a:srgbClr val="6E747A">
                                  <a:alpha val="43000"/>
                                </a:srgbClr>
                              </a:outerShdw>
                            </a:effectLst>
                            <a:latin typeface="Cambria Math" panose="02040503050406030204" charset="0"/>
                            <a:cs typeface="Cambria Math" panose="02040503050406030204" charset="0"/>
                          </a:rPr>
                          <m:t>𝒊</m:t>
                        </m:r>
                      </m:sub>
                    </m:sSub>
                    <m:r>
                      <a:rPr lang="en-US" altLang="zh-CN" i="1">
                        <a:solidFill>
                          <a:schemeClr val="accent1"/>
                        </a:solidFill>
                        <a:effectLst>
                          <a:outerShdw blurRad="38100" dist="25400" dir="5400000" algn="ctr" rotWithShape="0">
                            <a:srgbClr val="6E747A">
                              <a:alpha val="43000"/>
                            </a:srgbClr>
                          </a:outerShdw>
                        </a:effectLst>
                        <a:latin typeface="Cambria Math" panose="02040503050406030204" charset="0"/>
                        <a:cs typeface="Cambria Math" panose="02040503050406030204" charset="0"/>
                      </a:rPr>
                      <m:t>)=</m:t>
                    </m:r>
                    <m:r>
                      <a:rPr lang="en-US" altLang="zh-CN" i="1">
                        <a:solidFill>
                          <a:schemeClr val="accent1"/>
                        </a:solidFill>
                        <a:effectLst>
                          <a:outerShdw blurRad="38100" dist="25400" dir="5400000" algn="ctr" rotWithShape="0">
                            <a:srgbClr val="6E747A">
                              <a:alpha val="43000"/>
                            </a:srgbClr>
                          </a:outerShdw>
                        </a:effectLst>
                        <a:latin typeface="Cambria Math" panose="02040503050406030204" charset="0"/>
                        <a:cs typeface="Cambria Math" panose="02040503050406030204" charset="0"/>
                      </a:rPr>
                      <m:t>𝜑</m:t>
                    </m:r>
                    <m:r>
                      <a:rPr lang="en-US" altLang="zh-CN" i="1">
                        <a:solidFill>
                          <a:schemeClr val="accent1"/>
                        </a:solidFill>
                        <a:effectLst>
                          <a:outerShdw blurRad="38100" dist="25400" dir="5400000" algn="ctr" rotWithShape="0">
                            <a:srgbClr val="6E747A">
                              <a:alpha val="43000"/>
                            </a:srgbClr>
                          </a:outerShdw>
                        </a:effectLst>
                        <a:latin typeface="Cambria Math" panose="02040503050406030204" charset="0"/>
                        <a:cs typeface="Cambria Math" panose="02040503050406030204" charset="0"/>
                      </a:rPr>
                      <m:t>(</m:t>
                    </m:r>
                    <m:sSub>
                      <m:sSubPr>
                        <m:ctrlPr>
                          <a:rPr lang="en-US" altLang="zh-CN" b="1" i="1">
                            <a:solidFill>
                              <a:schemeClr val="accent1"/>
                            </a:solidFill>
                            <a:effectLst>
                              <a:outerShdw blurRad="38100" dist="25400" dir="5400000" algn="ctr" rotWithShape="0">
                                <a:srgbClr val="6E747A">
                                  <a:alpha val="43000"/>
                                </a:srgbClr>
                              </a:outerShdw>
                            </a:effectLst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b="1" i="1">
                            <a:solidFill>
                              <a:schemeClr val="accent1"/>
                            </a:solidFill>
                            <a:effectLst>
                              <a:outerShdw blurRad="38100" dist="25400" dir="5400000" algn="ctr" rotWithShape="0">
                                <a:srgbClr val="6E747A">
                                  <a:alpha val="43000"/>
                                </a:srgbClr>
                              </a:outerShdw>
                            </a:effectLst>
                            <a:latin typeface="Cambria Math" panose="02040503050406030204" charset="0"/>
                            <a:cs typeface="Cambria Math" panose="02040503050406030204" charset="0"/>
                          </a:rPr>
                          <m:t>𝒙</m:t>
                        </m:r>
                      </m:e>
                      <m:sub>
                        <m:r>
                          <a:rPr lang="en-US" altLang="zh-CN" b="1" i="1">
                            <a:solidFill>
                              <a:schemeClr val="accent1"/>
                            </a:solidFill>
                            <a:effectLst>
                              <a:outerShdw blurRad="38100" dist="25400" dir="5400000" algn="ctr" rotWithShape="0">
                                <a:srgbClr val="6E747A">
                                  <a:alpha val="43000"/>
                                </a:srgbClr>
                              </a:outerShdw>
                            </a:effectLst>
                            <a:latin typeface="Cambria Math" panose="02040503050406030204" charset="0"/>
                            <a:cs typeface="Cambria Math" panose="02040503050406030204" charset="0"/>
                          </a:rPr>
                          <m:t>𝒊</m:t>
                        </m:r>
                      </m:sub>
                    </m:sSub>
                    <m:r>
                      <a:rPr lang="en-US" altLang="zh-CN" i="1">
                        <a:solidFill>
                          <a:schemeClr val="accent1"/>
                        </a:solidFill>
                        <a:effectLst>
                          <a:outerShdw blurRad="38100" dist="25400" dir="5400000" algn="ctr" rotWithShape="0">
                            <a:srgbClr val="6E747A">
                              <a:alpha val="43000"/>
                            </a:srgbClr>
                          </a:outerShdw>
                        </a:effectLst>
                        <a:latin typeface="Cambria Math" panose="02040503050406030204" charset="0"/>
                        <a:cs typeface="Cambria Math" panose="02040503050406030204" charset="0"/>
                      </a:rPr>
                      <m:t>)</m:t>
                    </m:r>
                    <m:r>
                      <a:rPr lang="en-US" altLang="zh-CN" i="1">
                        <a:solidFill>
                          <a:schemeClr val="accent1"/>
                        </a:solidFill>
                        <a:effectLst>
                          <a:outerShdw blurRad="38100" dist="25400" dir="5400000" algn="ctr" rotWithShape="0">
                            <a:srgbClr val="6E747A">
                              <a:alpha val="43000"/>
                            </a:srgbClr>
                          </a:outerShdw>
                        </a:effectLst>
                        <a:latin typeface="Cambria Math" panose="02040503050406030204" charset="0"/>
                        <a:cs typeface="Cambria Math" panose="02040503050406030204" charset="0"/>
                      </a:rPr>
                      <m:t>−</m:t>
                    </m:r>
                    <m:f>
                      <m:fPr>
                        <m:ctrlPr>
                          <a:rPr lang="en-US" altLang="zh-CN" i="1">
                            <a:solidFill>
                              <a:schemeClr val="accent1"/>
                            </a:solidFill>
                            <a:effectLst>
                              <a:outerShdw blurRad="38100" dist="25400" dir="5400000" algn="ctr" rotWithShape="0">
                                <a:srgbClr val="6E747A">
                                  <a:alpha val="43000"/>
                                </a:srgbClr>
                              </a:outerShdw>
                            </a:effectLst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fPr>
                      <m:num>
                        <m:r>
                          <a:rPr lang="en-US" altLang="zh-CN" i="1">
                            <a:solidFill>
                              <a:schemeClr val="accent1"/>
                            </a:solidFill>
                            <a:effectLst>
                              <a:outerShdw blurRad="38100" dist="25400" dir="5400000" algn="ctr" rotWithShape="0">
                                <a:srgbClr val="6E747A">
                                  <a:alpha val="43000"/>
                                </a:srgbClr>
                              </a:outerShdw>
                            </a:effectLst>
                            <a:latin typeface="Cambria Math" panose="02040503050406030204" charset="0"/>
                            <a:cs typeface="Cambria Math" panose="02040503050406030204" charset="0"/>
                          </a:rPr>
                          <m:t>1</m:t>
                        </m:r>
                      </m:num>
                      <m:den>
                        <m:r>
                          <a:rPr lang="en-US" altLang="zh-CN" i="1">
                            <a:solidFill>
                              <a:schemeClr val="accent1"/>
                            </a:solidFill>
                            <a:effectLst>
                              <a:outerShdw blurRad="38100" dist="25400" dir="5400000" algn="ctr" rotWithShape="0">
                                <a:srgbClr val="6E747A">
                                  <a:alpha val="43000"/>
                                </a:srgbClr>
                              </a:outerShdw>
                            </a:effectLst>
                            <a:latin typeface="Cambria Math" panose="02040503050406030204" charset="0"/>
                            <a:cs typeface="Cambria Math" panose="02040503050406030204" charset="0"/>
                          </a:rPr>
                          <m:t>𝑁</m:t>
                        </m:r>
                      </m:den>
                    </m:f>
                    <m:nary>
                      <m:naryPr>
                        <m:chr m:val="∑"/>
                        <m:limLoc m:val="subSup"/>
                        <m:ctrlPr>
                          <a:rPr lang="en-US" altLang="zh-CN" i="1">
                            <a:solidFill>
                              <a:schemeClr val="accent1"/>
                            </a:solidFill>
                            <a:effectLst>
                              <a:outerShdw blurRad="38100" dist="25400" dir="5400000" algn="ctr" rotWithShape="0">
                                <a:srgbClr val="6E747A">
                                  <a:alpha val="43000"/>
                                </a:srgbClr>
                              </a:outerShdw>
                            </a:effectLst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naryPr>
                      <m:sub>
                        <m:r>
                          <a:rPr lang="en-US" altLang="zh-CN" i="1">
                            <a:solidFill>
                              <a:schemeClr val="accent1"/>
                            </a:solidFill>
                            <a:effectLst>
                              <a:outerShdw blurRad="38100" dist="25400" dir="5400000" algn="ctr" rotWithShape="0">
                                <a:srgbClr val="6E747A">
                                  <a:alpha val="43000"/>
                                </a:srgbClr>
                              </a:outerShdw>
                            </a:effectLst>
                            <a:latin typeface="Cambria Math" panose="02040503050406030204" charset="0"/>
                            <a:cs typeface="Cambria Math" panose="02040503050406030204" charset="0"/>
                          </a:rPr>
                          <m:t>𝑗</m:t>
                        </m:r>
                        <m:r>
                          <a:rPr lang="en-US" altLang="zh-CN" i="1">
                            <a:solidFill>
                              <a:schemeClr val="accent1"/>
                            </a:solidFill>
                            <a:effectLst>
                              <a:outerShdw blurRad="38100" dist="25400" dir="5400000" algn="ctr" rotWithShape="0">
                                <a:srgbClr val="6E747A">
                                  <a:alpha val="43000"/>
                                </a:srgbClr>
                              </a:outerShdw>
                            </a:effectLst>
                            <a:latin typeface="Cambria Math" panose="02040503050406030204" charset="0"/>
                            <a:cs typeface="Cambria Math" panose="02040503050406030204" charset="0"/>
                          </a:rPr>
                          <m:t>=</m:t>
                        </m:r>
                        <m:r>
                          <a:rPr lang="en-US" altLang="zh-CN" i="1">
                            <a:solidFill>
                              <a:schemeClr val="accent1"/>
                            </a:solidFill>
                            <a:effectLst>
                              <a:outerShdw blurRad="38100" dist="25400" dir="5400000" algn="ctr" rotWithShape="0">
                                <a:srgbClr val="6E747A">
                                  <a:alpha val="43000"/>
                                </a:srgbClr>
                              </a:outerShdw>
                            </a:effectLst>
                            <a:latin typeface="Cambria Math" panose="02040503050406030204" charset="0"/>
                            <a:cs typeface="Cambria Math" panose="02040503050406030204" charset="0"/>
                          </a:rPr>
                          <m:t>1</m:t>
                        </m:r>
                      </m:sub>
                      <m:sup>
                        <m:r>
                          <a:rPr lang="en-US" altLang="zh-CN" i="1">
                            <a:solidFill>
                              <a:schemeClr val="accent1"/>
                            </a:solidFill>
                            <a:effectLst>
                              <a:outerShdw blurRad="38100" dist="25400" dir="5400000" algn="ctr" rotWithShape="0">
                                <a:srgbClr val="6E747A">
                                  <a:alpha val="43000"/>
                                </a:srgbClr>
                              </a:outerShdw>
                            </a:effectLst>
                            <a:latin typeface="Cambria Math" panose="02040503050406030204" charset="0"/>
                            <a:cs typeface="Cambria Math" panose="02040503050406030204" charset="0"/>
                          </a:rPr>
                          <m:t>𝑁</m:t>
                        </m:r>
                      </m:sup>
                      <m:e>
                        <m:r>
                          <a:rPr lang="en-US" altLang="zh-CN" i="1">
                            <a:solidFill>
                              <a:schemeClr val="accent1"/>
                            </a:solidFill>
                            <a:effectLst>
                              <a:outerShdw blurRad="38100" dist="25400" dir="5400000" algn="ctr" rotWithShape="0">
                                <a:srgbClr val="6E747A">
                                  <a:alpha val="43000"/>
                                </a:srgbClr>
                              </a:outerShdw>
                            </a:effectLst>
                            <a:latin typeface="Cambria Math" panose="02040503050406030204" charset="0"/>
                            <a:cs typeface="Cambria Math" panose="02040503050406030204" charset="0"/>
                          </a:rPr>
                          <m:t>𝜑</m:t>
                        </m:r>
                        <m:r>
                          <a:rPr lang="en-US" altLang="zh-CN" i="1">
                            <a:solidFill>
                              <a:schemeClr val="accent1"/>
                            </a:solidFill>
                            <a:effectLst>
                              <a:outerShdw blurRad="38100" dist="25400" dir="5400000" algn="ctr" rotWithShape="0">
                                <a:srgbClr val="6E747A">
                                  <a:alpha val="43000"/>
                                </a:srgbClr>
                              </a:outerShdw>
                            </a:effectLst>
                            <a:latin typeface="Cambria Math" panose="02040503050406030204" charset="0"/>
                            <a:cs typeface="Cambria Math" panose="02040503050406030204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CN" b="1" i="1">
                                <a:solidFill>
                                  <a:schemeClr val="accent1"/>
                                </a:solidFill>
                                <a:effectLst>
                                  <a:outerShdw blurRad="38100" dist="25400" dir="5400000" algn="ctr" rotWithShape="0">
                                    <a:srgbClr val="6E747A">
                                      <a:alpha val="43000"/>
                                    </a:srgbClr>
                                  </a:outerShdw>
                                </a:effectLst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lang="en-US" altLang="zh-CN" b="1" i="1">
                                <a:solidFill>
                                  <a:schemeClr val="accent1"/>
                                </a:solidFill>
                                <a:effectLst>
                                  <a:outerShdw blurRad="38100" dist="25400" dir="5400000" algn="ctr" rotWithShape="0">
                                    <a:srgbClr val="6E747A">
                                      <a:alpha val="43000"/>
                                    </a:srgbClr>
                                  </a:outerShdw>
                                </a:effectLst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zh-CN" b="1" i="1">
                                <a:solidFill>
                                  <a:schemeClr val="accent1"/>
                                </a:solidFill>
                                <a:effectLst>
                                  <a:outerShdw blurRad="38100" dist="25400" dir="5400000" algn="ctr" rotWithShape="0">
                                    <a:srgbClr val="6E747A">
                                      <a:alpha val="43000"/>
                                    </a:srgbClr>
                                  </a:outerShdw>
                                </a:effectLst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𝒋</m:t>
                            </m:r>
                          </m:sub>
                        </m:sSub>
                        <m:r>
                          <a:rPr lang="en-US" altLang="zh-CN" i="1">
                            <a:solidFill>
                              <a:schemeClr val="accent1"/>
                            </a:solidFill>
                            <a:effectLst>
                              <a:outerShdw blurRad="38100" dist="25400" dir="5400000" algn="ctr" rotWithShape="0">
                                <a:srgbClr val="6E747A">
                                  <a:alpha val="43000"/>
                                </a:srgbClr>
                              </a:outerShdw>
                            </a:effectLst>
                            <a:latin typeface="Cambria Math" panose="02040503050406030204" charset="0"/>
                            <a:cs typeface="Cambria Math" panose="02040503050406030204" charset="0"/>
                          </a:rPr>
                          <m:t>)</m:t>
                        </m:r>
                      </m:e>
                    </m:nary>
                  </m:oMath>
                </a14:m>
                <a:endParaRPr lang="en-US" altLang="zh-CN" i="1"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20" name="文本框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3200" y="3333115"/>
                <a:ext cx="5156200" cy="488950"/>
              </a:xfrm>
              <a:prstGeom prst="rect">
                <a:avLst/>
              </a:prstGeom>
              <a:blipFill rotWithShape="1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" name="文本框 21"/>
              <p:cNvSpPr txBox="1"/>
              <p:nvPr/>
            </p:nvSpPr>
            <p:spPr>
              <a:xfrm>
                <a:off x="216535" y="3774440"/>
                <a:ext cx="2312670" cy="3784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>
                            <a:solidFill>
                              <a:schemeClr val="accent1"/>
                            </a:solidFill>
                            <a:effectLst>
                              <a:outerShdw blurRad="38100" dist="25400" dir="5400000" algn="ctr" rotWithShape="0">
                                <a:srgbClr val="6E747A">
                                  <a:alpha val="43000"/>
                                </a:srgbClr>
                              </a:outerShdw>
                            </a:effectLst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b="1" i="1">
                            <a:solidFill>
                              <a:schemeClr val="accent1"/>
                            </a:solidFill>
                            <a:effectLst>
                              <a:outerShdw blurRad="38100" dist="25400" dir="5400000" algn="ctr" rotWithShape="0">
                                <a:srgbClr val="6E747A">
                                  <a:alpha val="43000"/>
                                </a:srgbClr>
                              </a:outerShdw>
                            </a:effectLst>
                            <a:latin typeface="Cambria Math" panose="02040503050406030204" charset="0"/>
                            <a:cs typeface="Cambria Math" panose="02040503050406030204" charset="0"/>
                          </a:rPr>
                          <m:t>𝟏</m:t>
                        </m:r>
                      </m:e>
                      <m:sub>
                        <m:r>
                          <a:rPr lang="en-US" altLang="zh-CN" b="1" i="1">
                            <a:solidFill>
                              <a:schemeClr val="accent1"/>
                            </a:solidFill>
                            <a:effectLst>
                              <a:outerShdw blurRad="38100" dist="25400" dir="5400000" algn="ctr" rotWithShape="0">
                                <a:srgbClr val="6E747A">
                                  <a:alpha val="43000"/>
                                </a:srgbClr>
                              </a:outerShdw>
                            </a:effectLst>
                            <a:latin typeface="Cambria Math" panose="02040503050406030204" charset="0"/>
                            <a:cs typeface="Cambria Math" panose="02040503050406030204" charset="0"/>
                          </a:rPr>
                          <m:t>𝑵</m:t>
                        </m:r>
                        <m:r>
                          <a:rPr lang="en-US" altLang="zh-CN" b="1" i="1">
                            <a:solidFill>
                              <a:schemeClr val="accent1"/>
                            </a:solidFill>
                            <a:effectLst>
                              <a:outerShdw blurRad="38100" dist="25400" dir="5400000" algn="ctr" rotWithShape="0">
                                <a:srgbClr val="6E747A">
                                  <a:alpha val="43000"/>
                                </a:srgbClr>
                              </a:outerShdw>
                            </a:effectLst>
                            <a:latin typeface="Cambria Math" panose="02040503050406030204" charset="0"/>
                            <a:cs typeface="Cambria Math" panose="02040503050406030204" charset="0"/>
                          </a:rPr>
                          <m:t>×</m:t>
                        </m:r>
                        <m:r>
                          <a:rPr lang="en-US" altLang="zh-CN" b="1" i="1">
                            <a:solidFill>
                              <a:schemeClr val="accent1"/>
                            </a:solidFill>
                            <a:effectLst>
                              <a:outerShdw blurRad="38100" dist="25400" dir="5400000" algn="ctr" rotWithShape="0">
                                <a:srgbClr val="6E747A">
                                  <a:alpha val="43000"/>
                                </a:srgbClr>
                              </a:outerShdw>
                            </a:effectLst>
                            <a:latin typeface="Cambria Math" panose="02040503050406030204" charset="0"/>
                            <a:cs typeface="Cambria Math" panose="02040503050406030204" charset="0"/>
                          </a:rPr>
                          <m:t>𝟏</m:t>
                        </m:r>
                      </m:sub>
                    </m:sSub>
                    <m:r>
                      <a:rPr lang="en-US" altLang="zh-CN" b="1" i="1">
                        <a:solidFill>
                          <a:schemeClr val="accent1"/>
                        </a:solidFill>
                        <a:effectLst>
                          <a:outerShdw blurRad="38100" dist="25400" dir="5400000" algn="ctr" rotWithShape="0">
                            <a:srgbClr val="6E747A">
                              <a:alpha val="43000"/>
                            </a:srgbClr>
                          </a:outerShdw>
                        </a:effectLst>
                        <a:latin typeface="Cambria Math" panose="02040503050406030204" charset="0"/>
                        <a:cs typeface="Cambria Math" panose="02040503050406030204" charset="0"/>
                      </a:rPr>
                      <m:t>≝</m:t>
                    </m:r>
                    <m:sSup>
                      <m:sSupPr>
                        <m:ctrlPr>
                          <a:rPr lang="en-US" altLang="zh-CN" i="1">
                            <a:solidFill>
                              <a:schemeClr val="accent1"/>
                            </a:solidFill>
                            <a:effectLst>
                              <a:outerShdw blurRad="38100" dist="25400" dir="5400000" algn="ctr" rotWithShape="0">
                                <a:srgbClr val="6E747A">
                                  <a:alpha val="43000"/>
                                </a:srgbClr>
                              </a:outerShdw>
                            </a:effectLst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pPr>
                      <m:e>
                        <m:r>
                          <a:rPr lang="en-US" altLang="zh-CN" i="1">
                            <a:solidFill>
                              <a:schemeClr val="accent1"/>
                            </a:solidFill>
                            <a:effectLst>
                              <a:outerShdw blurRad="38100" dist="25400" dir="5400000" algn="ctr" rotWithShape="0">
                                <a:srgbClr val="6E747A">
                                  <a:alpha val="43000"/>
                                </a:srgbClr>
                              </a:outerShdw>
                            </a:effectLst>
                            <a:latin typeface="Cambria Math" panose="02040503050406030204" charset="0"/>
                            <a:cs typeface="Cambria Math" panose="02040503050406030204" charset="0"/>
                          </a:rPr>
                          <m:t>(</m:t>
                        </m:r>
                        <m:r>
                          <a:rPr lang="en-US" altLang="zh-CN" i="1">
                            <a:solidFill>
                              <a:schemeClr val="accent1"/>
                            </a:solidFill>
                            <a:effectLst>
                              <a:outerShdw blurRad="38100" dist="25400" dir="5400000" algn="ctr" rotWithShape="0">
                                <a:srgbClr val="6E747A">
                                  <a:alpha val="43000"/>
                                </a:srgbClr>
                              </a:outerShdw>
                            </a:effectLst>
                            <a:latin typeface="Cambria Math" panose="02040503050406030204" charset="0"/>
                            <a:cs typeface="Cambria Math" panose="02040503050406030204" charset="0"/>
                          </a:rPr>
                          <m:t>1</m:t>
                        </m:r>
                        <m:r>
                          <a:rPr lang="en-US" altLang="zh-CN" i="1">
                            <a:solidFill>
                              <a:schemeClr val="accent1"/>
                            </a:solidFill>
                            <a:effectLst>
                              <a:outerShdw blurRad="38100" dist="25400" dir="5400000" algn="ctr" rotWithShape="0">
                                <a:srgbClr val="6E747A">
                                  <a:alpha val="43000"/>
                                </a:srgbClr>
                              </a:outerShdw>
                            </a:effectLst>
                            <a:latin typeface="Cambria Math" panose="02040503050406030204" charset="0"/>
                            <a:cs typeface="Cambria Math" panose="02040503050406030204" charset="0"/>
                          </a:rPr>
                          <m:t> </m:t>
                        </m:r>
                        <m:r>
                          <a:rPr lang="en-US" altLang="zh-CN" i="1">
                            <a:solidFill>
                              <a:schemeClr val="accent1"/>
                            </a:solidFill>
                            <a:effectLst>
                              <a:outerShdw blurRad="38100" dist="25400" dir="5400000" algn="ctr" rotWithShape="0">
                                <a:srgbClr val="6E747A">
                                  <a:alpha val="43000"/>
                                </a:srgbClr>
                              </a:outerShdw>
                            </a:effectLst>
                            <a:latin typeface="Cambria Math" panose="02040503050406030204" charset="0"/>
                            <a:cs typeface="Cambria Math" panose="02040503050406030204" charset="0"/>
                          </a:rPr>
                          <m:t>1</m:t>
                        </m:r>
                        <m:r>
                          <a:rPr lang="en-US" altLang="zh-CN" i="1">
                            <a:solidFill>
                              <a:schemeClr val="accent1"/>
                            </a:solidFill>
                            <a:effectLst>
                              <a:outerShdw blurRad="38100" dist="25400" dir="5400000" algn="ctr" rotWithShape="0">
                                <a:srgbClr val="6E747A">
                                  <a:alpha val="43000"/>
                                </a:srgbClr>
                              </a:outerShdw>
                            </a:effectLst>
                            <a:latin typeface="Cambria Math" panose="02040503050406030204" charset="0"/>
                            <a:cs typeface="Cambria Math" panose="02040503050406030204" charset="0"/>
                          </a:rPr>
                          <m:t> </m:t>
                        </m:r>
                        <m:r>
                          <a:rPr lang="en-US" altLang="zh-CN" i="1">
                            <a:solidFill>
                              <a:schemeClr val="accent1"/>
                            </a:solidFill>
                            <a:effectLst>
                              <a:outerShdw blurRad="38100" dist="25400" dir="5400000" algn="ctr" rotWithShape="0">
                                <a:srgbClr val="6E747A">
                                  <a:alpha val="43000"/>
                                </a:srgbClr>
                              </a:outerShdw>
                            </a:effectLst>
                            <a:latin typeface="Cambria Math" panose="02040503050406030204" charset="0"/>
                            <a:cs typeface="Cambria Math" panose="02040503050406030204" charset="0"/>
                          </a:rPr>
                          <m:t>⋯ </m:t>
                        </m:r>
                        <m:r>
                          <a:rPr lang="en-US" altLang="zh-CN" i="1">
                            <a:solidFill>
                              <a:schemeClr val="accent1"/>
                            </a:solidFill>
                            <a:effectLst>
                              <a:outerShdw blurRad="38100" dist="25400" dir="5400000" algn="ctr" rotWithShape="0">
                                <a:srgbClr val="6E747A">
                                  <a:alpha val="43000"/>
                                </a:srgbClr>
                              </a:outerShdw>
                            </a:effectLst>
                            <a:latin typeface="Cambria Math" panose="02040503050406030204" charset="0"/>
                            <a:cs typeface="Cambria Math" panose="02040503050406030204" charset="0"/>
                          </a:rPr>
                          <m:t>1</m:t>
                        </m:r>
                        <m:r>
                          <a:rPr lang="en-US" altLang="zh-CN" i="1">
                            <a:solidFill>
                              <a:schemeClr val="accent1"/>
                            </a:solidFill>
                            <a:effectLst>
                              <a:outerShdw blurRad="38100" dist="25400" dir="5400000" algn="ctr" rotWithShape="0">
                                <a:srgbClr val="6E747A">
                                  <a:alpha val="43000"/>
                                </a:srgbClr>
                              </a:outerShdw>
                            </a:effectLst>
                            <a:latin typeface="Cambria Math" panose="02040503050406030204" charset="0"/>
                            <a:cs typeface="Cambria Math" panose="02040503050406030204" charset="0"/>
                          </a:rPr>
                          <m:t>)</m:t>
                        </m:r>
                      </m:e>
                      <m:sup>
                        <m:r>
                          <a:rPr lang="en-US" altLang="zh-CN" i="1">
                            <a:solidFill>
                              <a:schemeClr val="accent1"/>
                            </a:solidFill>
                            <a:effectLst>
                              <a:outerShdw blurRad="38100" dist="25400" dir="5400000" algn="ctr" rotWithShape="0">
                                <a:srgbClr val="6E747A">
                                  <a:alpha val="43000"/>
                                </a:srgbClr>
                              </a:outerShdw>
                            </a:effectLst>
                            <a:latin typeface="Cambria Math" panose="02040503050406030204" charset="0"/>
                            <a:cs typeface="Cambria Math" panose="02040503050406030204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en-US" altLang="zh-CN" i="1">
                    <a:solidFill>
                      <a:schemeClr val="accent1"/>
                    </a:solidFill>
                    <a:effectLst>
                      <a:outerShdw blurRad="38100" dist="25400" dir="5400000" algn="ctr" rotWithShape="0">
                        <a:srgbClr val="6E747A">
                          <a:alpha val="43000"/>
                        </a:srgbClr>
                      </a:outerShdw>
                    </a:effectLst>
                    <a:latin typeface="Cambria Math" panose="02040503050406030204" charset="0"/>
                    <a:cs typeface="Cambria Math" panose="02040503050406030204" charset="0"/>
                  </a:rPr>
                  <a:t> </a:t>
                </a:r>
                <a:endParaRPr lang="en-US" altLang="zh-CN" i="1"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22" name="文本框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6535" y="3774440"/>
                <a:ext cx="2312670" cy="378460"/>
              </a:xfrm>
              <a:prstGeom prst="rect">
                <a:avLst/>
              </a:prstGeom>
              <a:blipFill rotWithShape="1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" name="文本框 22"/>
              <p:cNvSpPr txBox="1"/>
              <p:nvPr/>
            </p:nvSpPr>
            <p:spPr>
              <a:xfrm>
                <a:off x="2412365" y="3717290"/>
                <a:ext cx="6083300" cy="4845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en-US" altLang="zh-CN" i="1">
                            <a:solidFill>
                              <a:srgbClr val="7030A0"/>
                            </a:solidFill>
                            <a:effectLst>
                              <a:outerShdw blurRad="38100" dist="25400" dir="5400000" algn="ctr" rotWithShape="0">
                                <a:srgbClr val="6E747A">
                                  <a:alpha val="43000"/>
                                </a:srgbClr>
                              </a:outerShdw>
                            </a:effectLst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accPr>
                      <m:e>
                        <m:r>
                          <a:rPr lang="en-US" altLang="zh-CN" i="1">
                            <a:solidFill>
                              <a:srgbClr val="7030A0"/>
                            </a:solidFill>
                            <a:effectLst>
                              <a:outerShdw blurRad="38100" dist="25400" dir="5400000" algn="ctr" rotWithShape="0">
                                <a:srgbClr val="6E747A">
                                  <a:alpha val="43000"/>
                                </a:srgbClr>
                              </a:outerShdw>
                            </a:effectLst>
                            <a:latin typeface="Cambria Math" panose="02040503050406030204" charset="0"/>
                            <a:cs typeface="Cambria Math" panose="02040503050406030204" charset="0"/>
                          </a:rPr>
                          <m:t>𝜑</m:t>
                        </m:r>
                      </m:e>
                    </m:acc>
                    <m:r>
                      <a:rPr lang="en-US" altLang="zh-CN" i="1">
                        <a:solidFill>
                          <a:srgbClr val="7030A0"/>
                        </a:solidFill>
                        <a:effectLst>
                          <a:outerShdw blurRad="38100" dist="25400" dir="5400000" algn="ctr" rotWithShape="0">
                            <a:srgbClr val="6E747A">
                              <a:alpha val="43000"/>
                            </a:srgbClr>
                          </a:outerShdw>
                        </a:effectLst>
                        <a:latin typeface="Cambria Math" panose="02040503050406030204" charset="0"/>
                        <a:cs typeface="Cambria Math" panose="02040503050406030204" charset="0"/>
                      </a:rPr>
                      <m:t>(</m:t>
                    </m:r>
                    <m:sSub>
                      <m:sSubPr>
                        <m:ctrlPr>
                          <a:rPr lang="en-US" altLang="zh-CN" b="1" i="1">
                            <a:solidFill>
                              <a:srgbClr val="7030A0"/>
                            </a:solidFill>
                            <a:effectLst>
                              <a:outerShdw blurRad="38100" dist="25400" dir="5400000" algn="ctr" rotWithShape="0">
                                <a:srgbClr val="6E747A">
                                  <a:alpha val="43000"/>
                                </a:srgbClr>
                              </a:outerShdw>
                            </a:effectLst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b="1" i="1">
                            <a:solidFill>
                              <a:srgbClr val="7030A0"/>
                            </a:solidFill>
                            <a:effectLst>
                              <a:outerShdw blurRad="38100" dist="25400" dir="5400000" algn="ctr" rotWithShape="0">
                                <a:srgbClr val="6E747A">
                                  <a:alpha val="43000"/>
                                </a:srgbClr>
                              </a:outerShdw>
                            </a:effectLst>
                            <a:latin typeface="Cambria Math" panose="02040503050406030204" charset="0"/>
                            <a:cs typeface="Cambria Math" panose="02040503050406030204" charset="0"/>
                          </a:rPr>
                          <m:t>𝒙</m:t>
                        </m:r>
                      </m:e>
                      <m:sub>
                        <m:r>
                          <a:rPr lang="en-US" altLang="zh-CN" b="1" i="1">
                            <a:solidFill>
                              <a:srgbClr val="7030A0"/>
                            </a:solidFill>
                            <a:effectLst>
                              <a:outerShdw blurRad="38100" dist="25400" dir="5400000" algn="ctr" rotWithShape="0">
                                <a:srgbClr val="6E747A">
                                  <a:alpha val="43000"/>
                                </a:srgbClr>
                              </a:outerShdw>
                            </a:effectLst>
                            <a:latin typeface="Cambria Math" panose="02040503050406030204" charset="0"/>
                            <a:cs typeface="Cambria Math" panose="02040503050406030204" charset="0"/>
                          </a:rPr>
                          <m:t>𝒊</m:t>
                        </m:r>
                      </m:sub>
                    </m:sSub>
                    <m:r>
                      <a:rPr lang="en-US" altLang="zh-CN" i="1">
                        <a:solidFill>
                          <a:srgbClr val="7030A0"/>
                        </a:solidFill>
                        <a:effectLst>
                          <a:outerShdw blurRad="38100" dist="25400" dir="5400000" algn="ctr" rotWithShape="0">
                            <a:srgbClr val="6E747A">
                              <a:alpha val="43000"/>
                            </a:srgbClr>
                          </a:outerShdw>
                        </a:effectLst>
                        <a:latin typeface="Cambria Math" panose="02040503050406030204" charset="0"/>
                        <a:cs typeface="Cambria Math" panose="02040503050406030204" charset="0"/>
                      </a:rPr>
                      <m:t>)=</m:t>
                    </m:r>
                    <m:r>
                      <a:rPr lang="en-US" altLang="zh-CN" i="1">
                        <a:solidFill>
                          <a:srgbClr val="7030A0"/>
                        </a:solidFill>
                        <a:effectLst>
                          <a:outerShdw blurRad="38100" dist="25400" dir="5400000" algn="ctr" rotWithShape="0">
                            <a:srgbClr val="6E747A">
                              <a:alpha val="43000"/>
                            </a:srgbClr>
                          </a:outerShdw>
                        </a:effectLst>
                        <a:latin typeface="Cambria Math" panose="02040503050406030204" charset="0"/>
                        <a:cs typeface="Cambria Math" panose="02040503050406030204" charset="0"/>
                      </a:rPr>
                      <m:t>𝜑</m:t>
                    </m:r>
                    <m:r>
                      <a:rPr lang="en-US" altLang="zh-CN" i="1">
                        <a:solidFill>
                          <a:srgbClr val="7030A0"/>
                        </a:solidFill>
                        <a:effectLst>
                          <a:outerShdw blurRad="38100" dist="25400" dir="5400000" algn="ctr" rotWithShape="0">
                            <a:srgbClr val="6E747A">
                              <a:alpha val="43000"/>
                            </a:srgbClr>
                          </a:outerShdw>
                        </a:effectLst>
                        <a:latin typeface="Cambria Math" panose="02040503050406030204" charset="0"/>
                        <a:cs typeface="Cambria Math" panose="02040503050406030204" charset="0"/>
                      </a:rPr>
                      <m:t>(</m:t>
                    </m:r>
                    <m:sSub>
                      <m:sSubPr>
                        <m:ctrlPr>
                          <a:rPr lang="en-US" altLang="zh-CN" b="1" i="1">
                            <a:solidFill>
                              <a:srgbClr val="7030A0"/>
                            </a:solidFill>
                            <a:effectLst>
                              <a:outerShdw blurRad="38100" dist="25400" dir="5400000" algn="ctr" rotWithShape="0">
                                <a:srgbClr val="6E747A">
                                  <a:alpha val="43000"/>
                                </a:srgbClr>
                              </a:outerShdw>
                            </a:effectLst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b="1" i="1">
                            <a:solidFill>
                              <a:srgbClr val="7030A0"/>
                            </a:solidFill>
                            <a:effectLst>
                              <a:outerShdw blurRad="38100" dist="25400" dir="5400000" algn="ctr" rotWithShape="0">
                                <a:srgbClr val="6E747A">
                                  <a:alpha val="43000"/>
                                </a:srgbClr>
                              </a:outerShdw>
                            </a:effectLst>
                            <a:latin typeface="Cambria Math" panose="02040503050406030204" charset="0"/>
                            <a:cs typeface="Cambria Math" panose="02040503050406030204" charset="0"/>
                          </a:rPr>
                          <m:t>𝒙</m:t>
                        </m:r>
                      </m:e>
                      <m:sub>
                        <m:r>
                          <a:rPr lang="en-US" altLang="zh-CN" b="1" i="1">
                            <a:solidFill>
                              <a:srgbClr val="7030A0"/>
                            </a:solidFill>
                            <a:effectLst>
                              <a:outerShdw blurRad="38100" dist="25400" dir="5400000" algn="ctr" rotWithShape="0">
                                <a:srgbClr val="6E747A">
                                  <a:alpha val="43000"/>
                                </a:srgbClr>
                              </a:outerShdw>
                            </a:effectLst>
                            <a:latin typeface="Cambria Math" panose="02040503050406030204" charset="0"/>
                            <a:cs typeface="Cambria Math" panose="02040503050406030204" charset="0"/>
                          </a:rPr>
                          <m:t>𝒊</m:t>
                        </m:r>
                      </m:sub>
                    </m:sSub>
                    <m:r>
                      <a:rPr lang="en-US" altLang="zh-CN" i="1">
                        <a:solidFill>
                          <a:srgbClr val="7030A0"/>
                        </a:solidFill>
                        <a:effectLst>
                          <a:outerShdw blurRad="38100" dist="25400" dir="5400000" algn="ctr" rotWithShape="0">
                            <a:srgbClr val="6E747A">
                              <a:alpha val="43000"/>
                            </a:srgbClr>
                          </a:outerShdw>
                        </a:effectLst>
                        <a:latin typeface="Cambria Math" panose="02040503050406030204" charset="0"/>
                        <a:cs typeface="Cambria Math" panose="02040503050406030204" charset="0"/>
                      </a:rPr>
                      <m:t>)−</m:t>
                    </m:r>
                    <m:f>
                      <m:fPr>
                        <m:ctrlPr>
                          <a:rPr lang="en-US" altLang="zh-CN" i="1">
                            <a:solidFill>
                              <a:srgbClr val="7030A0"/>
                            </a:solidFill>
                            <a:effectLst>
                              <a:outerShdw blurRad="38100" dist="25400" dir="5400000" algn="ctr" rotWithShape="0">
                                <a:srgbClr val="6E747A">
                                  <a:alpha val="43000"/>
                                </a:srgbClr>
                              </a:outerShdw>
                            </a:effectLst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fPr>
                      <m:num>
                        <m:r>
                          <a:rPr lang="en-US" altLang="zh-CN" i="1">
                            <a:solidFill>
                              <a:srgbClr val="7030A0"/>
                            </a:solidFill>
                            <a:effectLst>
                              <a:outerShdw blurRad="38100" dist="25400" dir="5400000" algn="ctr" rotWithShape="0">
                                <a:srgbClr val="6E747A">
                                  <a:alpha val="43000"/>
                                </a:srgbClr>
                              </a:outerShdw>
                            </a:effectLst>
                            <a:latin typeface="Cambria Math" panose="02040503050406030204" charset="0"/>
                            <a:cs typeface="Cambria Math" panose="02040503050406030204" charset="0"/>
                          </a:rPr>
                          <m:t>1</m:t>
                        </m:r>
                      </m:num>
                      <m:den>
                        <m:r>
                          <a:rPr lang="en-US" altLang="zh-CN" i="1">
                            <a:solidFill>
                              <a:srgbClr val="7030A0"/>
                            </a:solidFill>
                            <a:effectLst>
                              <a:outerShdw blurRad="38100" dist="25400" dir="5400000" algn="ctr" rotWithShape="0">
                                <a:srgbClr val="6E747A">
                                  <a:alpha val="43000"/>
                                </a:srgbClr>
                              </a:outerShdw>
                            </a:effectLst>
                            <a:latin typeface="Cambria Math" panose="02040503050406030204" charset="0"/>
                            <a:cs typeface="Cambria Math" panose="02040503050406030204" charset="0"/>
                          </a:rPr>
                          <m:t>𝑁</m:t>
                        </m:r>
                      </m:den>
                    </m:f>
                    <m:r>
                      <a:rPr lang="en-US" altLang="zh-CN" i="1">
                        <a:solidFill>
                          <a:srgbClr val="7030A0"/>
                        </a:solidFill>
                        <a:effectLst>
                          <a:outerShdw blurRad="38100" dist="25400" dir="5400000" algn="ctr" rotWithShape="0">
                            <a:srgbClr val="6E747A">
                              <a:alpha val="43000"/>
                            </a:srgbClr>
                          </a:outerShdw>
                        </a:effectLst>
                        <a:latin typeface="Cambria Math" panose="02040503050406030204" charset="0"/>
                        <a:cs typeface="Cambria Math" panose="02040503050406030204" charset="0"/>
                      </a:rPr>
                      <m:t>𝜑</m:t>
                    </m:r>
                    <m:r>
                      <a:rPr lang="en-US" altLang="zh-CN" i="1">
                        <a:solidFill>
                          <a:srgbClr val="7030A0"/>
                        </a:solidFill>
                        <a:effectLst>
                          <a:outerShdw blurRad="38100" dist="25400" dir="5400000" algn="ctr" rotWithShape="0">
                            <a:srgbClr val="6E747A">
                              <a:alpha val="43000"/>
                            </a:srgbClr>
                          </a:outerShdw>
                        </a:effectLst>
                        <a:latin typeface="Cambria Math" panose="02040503050406030204" charset="0"/>
                        <a:cs typeface="Cambria Math" panose="02040503050406030204" charset="0"/>
                      </a:rPr>
                      <m:t>(</m:t>
                    </m:r>
                    <m:r>
                      <a:rPr lang="en-US" altLang="zh-CN" b="1" i="1">
                        <a:solidFill>
                          <a:srgbClr val="7030A0"/>
                        </a:solidFill>
                        <a:effectLst>
                          <a:outerShdw blurRad="38100" dist="25400" dir="5400000" algn="ctr" rotWithShape="0">
                            <a:srgbClr val="6E747A">
                              <a:alpha val="43000"/>
                            </a:srgbClr>
                          </a:outerShdw>
                        </a:effectLst>
                        <a:latin typeface="Cambria Math" panose="02040503050406030204" charset="0"/>
                        <a:cs typeface="Cambria Math" panose="02040503050406030204" charset="0"/>
                      </a:rPr>
                      <m:t>𝑿</m:t>
                    </m:r>
                    <m:r>
                      <a:rPr lang="en-US" altLang="zh-CN" i="1">
                        <a:solidFill>
                          <a:srgbClr val="7030A0"/>
                        </a:solidFill>
                        <a:effectLst>
                          <a:outerShdw blurRad="38100" dist="25400" dir="5400000" algn="ctr" rotWithShape="0">
                            <a:srgbClr val="6E747A">
                              <a:alpha val="43000"/>
                            </a:srgbClr>
                          </a:outerShdw>
                        </a:effectLst>
                        <a:latin typeface="Cambria Math" panose="02040503050406030204" charset="0"/>
                        <a:cs typeface="Cambria Math" panose="02040503050406030204" charset="0"/>
                      </a:rPr>
                      <m:t>)</m:t>
                    </m:r>
                    <m:sSub>
                      <m:sSubPr>
                        <m:ctrlPr>
                          <a:rPr lang="en-US" altLang="zh-CN" b="1" i="1">
                            <a:solidFill>
                              <a:srgbClr val="7030A0"/>
                            </a:solidFill>
                            <a:effectLst>
                              <a:outerShdw blurRad="38100" dist="25400" dir="5400000" algn="ctr" rotWithShape="0">
                                <a:srgbClr val="6E747A">
                                  <a:alpha val="43000"/>
                                </a:srgbClr>
                              </a:outerShdw>
                            </a:effectLst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b="1" i="1">
                            <a:solidFill>
                              <a:srgbClr val="7030A0"/>
                            </a:solidFill>
                            <a:effectLst>
                              <a:outerShdw blurRad="38100" dist="25400" dir="5400000" algn="ctr" rotWithShape="0">
                                <a:srgbClr val="6E747A">
                                  <a:alpha val="43000"/>
                                </a:srgbClr>
                              </a:outerShdw>
                            </a:effectLst>
                            <a:latin typeface="Cambria Math" panose="02040503050406030204" charset="0"/>
                            <a:cs typeface="Cambria Math" panose="02040503050406030204" charset="0"/>
                          </a:rPr>
                          <m:t>𝟏</m:t>
                        </m:r>
                      </m:e>
                      <m:sub>
                        <m:r>
                          <a:rPr lang="en-US" altLang="zh-CN" b="1" i="1">
                            <a:solidFill>
                              <a:srgbClr val="7030A0"/>
                            </a:solidFill>
                            <a:effectLst>
                              <a:outerShdw blurRad="38100" dist="25400" dir="5400000" algn="ctr" rotWithShape="0">
                                <a:srgbClr val="6E747A">
                                  <a:alpha val="43000"/>
                                </a:srgbClr>
                              </a:outerShdw>
                            </a:effectLst>
                            <a:latin typeface="Cambria Math" panose="02040503050406030204" charset="0"/>
                            <a:cs typeface="Cambria Math" panose="02040503050406030204" charset="0"/>
                          </a:rPr>
                          <m:t>𝑵</m:t>
                        </m:r>
                        <m:r>
                          <a:rPr lang="en-US" altLang="zh-CN" b="1" i="1">
                            <a:solidFill>
                              <a:srgbClr val="7030A0"/>
                            </a:solidFill>
                            <a:effectLst>
                              <a:outerShdw blurRad="38100" dist="25400" dir="5400000" algn="ctr" rotWithShape="0">
                                <a:srgbClr val="6E747A">
                                  <a:alpha val="43000"/>
                                </a:srgbClr>
                              </a:outerShdw>
                            </a:effectLst>
                            <a:latin typeface="Cambria Math" panose="02040503050406030204" charset="0"/>
                            <a:cs typeface="Cambria Math" panose="02040503050406030204" charset="0"/>
                          </a:rPr>
                          <m:t>×</m:t>
                        </m:r>
                        <m:r>
                          <a:rPr lang="en-US" altLang="zh-CN" b="1" i="1">
                            <a:solidFill>
                              <a:srgbClr val="7030A0"/>
                            </a:solidFill>
                            <a:effectLst>
                              <a:outerShdw blurRad="38100" dist="25400" dir="5400000" algn="ctr" rotWithShape="0">
                                <a:srgbClr val="6E747A">
                                  <a:alpha val="43000"/>
                                </a:srgbClr>
                              </a:outerShdw>
                            </a:effectLst>
                            <a:latin typeface="Cambria Math" panose="02040503050406030204" charset="0"/>
                            <a:cs typeface="Cambria Math" panose="02040503050406030204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altLang="zh-CN">
                    <a:solidFill>
                      <a:srgbClr val="7030A0"/>
                    </a:solidFill>
                  </a:rPr>
                  <a:t> </a:t>
                </a:r>
                <a:endParaRPr lang="en-US" altLang="zh-CN">
                  <a:solidFill>
                    <a:srgbClr val="7030A0"/>
                  </a:solidFill>
                </a:endParaRPr>
              </a:p>
            </p:txBody>
          </p:sp>
        </mc:Choice>
        <mc:Fallback>
          <p:sp>
            <p:nvSpPr>
              <p:cNvPr id="23" name="文本框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2365" y="3717290"/>
                <a:ext cx="6083300" cy="484505"/>
              </a:xfrm>
              <a:prstGeom prst="rect">
                <a:avLst/>
              </a:prstGeom>
              <a:blipFill rotWithShape="1"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" name="文本框 23"/>
              <p:cNvSpPr txBox="1"/>
              <p:nvPr/>
            </p:nvSpPr>
            <p:spPr>
              <a:xfrm>
                <a:off x="203200" y="4138295"/>
                <a:ext cx="3673475" cy="4845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en-US" altLang="zh-CN" i="1">
                            <a:solidFill>
                              <a:srgbClr val="7030A0"/>
                            </a:solidFill>
                            <a:effectLst>
                              <a:outerShdw blurRad="38100" dist="25400" dir="5400000" algn="ctr" rotWithShape="0">
                                <a:srgbClr val="6E747A">
                                  <a:alpha val="43000"/>
                                </a:srgbClr>
                              </a:outerShdw>
                            </a:effectLst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accPr>
                      <m:e>
                        <m:r>
                          <a:rPr lang="en-US" altLang="zh-CN" i="1">
                            <a:solidFill>
                              <a:srgbClr val="7030A0"/>
                            </a:solidFill>
                            <a:effectLst>
                              <a:outerShdw blurRad="38100" dist="25400" dir="5400000" algn="ctr" rotWithShape="0">
                                <a:srgbClr val="6E747A">
                                  <a:alpha val="43000"/>
                                </a:srgbClr>
                              </a:outerShdw>
                            </a:effectLst>
                            <a:latin typeface="Cambria Math" panose="02040503050406030204" charset="0"/>
                            <a:cs typeface="Cambria Math" panose="02040503050406030204" charset="0"/>
                          </a:rPr>
                          <m:t>𝜑</m:t>
                        </m:r>
                      </m:e>
                    </m:acc>
                    <m:r>
                      <a:rPr lang="en-US" altLang="zh-CN" i="1">
                        <a:solidFill>
                          <a:srgbClr val="7030A0"/>
                        </a:solidFill>
                        <a:effectLst>
                          <a:outerShdw blurRad="38100" dist="25400" dir="5400000" algn="ctr" rotWithShape="0">
                            <a:srgbClr val="6E747A">
                              <a:alpha val="43000"/>
                            </a:srgbClr>
                          </a:outerShdw>
                        </a:effectLst>
                        <a:latin typeface="Cambria Math" panose="02040503050406030204" charset="0"/>
                        <a:cs typeface="Cambria Math" panose="02040503050406030204" charset="0"/>
                      </a:rPr>
                      <m:t>(</m:t>
                    </m:r>
                    <m:r>
                      <a:rPr lang="en-US" altLang="zh-CN" b="1" i="1">
                        <a:solidFill>
                          <a:srgbClr val="7030A0"/>
                        </a:solidFill>
                        <a:effectLst>
                          <a:outerShdw blurRad="38100" dist="25400" dir="5400000" algn="ctr" rotWithShape="0">
                            <a:srgbClr val="6E747A">
                              <a:alpha val="43000"/>
                            </a:srgbClr>
                          </a:outerShdw>
                        </a:effectLst>
                        <a:latin typeface="Cambria Math" panose="02040503050406030204" charset="0"/>
                        <a:cs typeface="Cambria Math" panose="02040503050406030204" charset="0"/>
                      </a:rPr>
                      <m:t>𝑿</m:t>
                    </m:r>
                    <m:r>
                      <a:rPr lang="en-US" altLang="zh-CN" i="1">
                        <a:solidFill>
                          <a:srgbClr val="7030A0"/>
                        </a:solidFill>
                        <a:effectLst>
                          <a:outerShdw blurRad="38100" dist="25400" dir="5400000" algn="ctr" rotWithShape="0">
                            <a:srgbClr val="6E747A">
                              <a:alpha val="43000"/>
                            </a:srgbClr>
                          </a:outerShdw>
                        </a:effectLst>
                        <a:latin typeface="Cambria Math" panose="02040503050406030204" charset="0"/>
                        <a:cs typeface="Cambria Math" panose="02040503050406030204" charset="0"/>
                      </a:rPr>
                      <m:t>)=</m:t>
                    </m:r>
                    <m:r>
                      <a:rPr lang="en-US" altLang="zh-CN" i="1">
                        <a:solidFill>
                          <a:srgbClr val="7030A0"/>
                        </a:solidFill>
                        <a:effectLst>
                          <a:outerShdw blurRad="38100" dist="25400" dir="5400000" algn="ctr" rotWithShape="0">
                            <a:srgbClr val="6E747A">
                              <a:alpha val="43000"/>
                            </a:srgbClr>
                          </a:outerShdw>
                        </a:effectLst>
                        <a:latin typeface="Cambria Math" panose="02040503050406030204" charset="0"/>
                        <a:cs typeface="Cambria Math" panose="02040503050406030204" charset="0"/>
                      </a:rPr>
                      <m:t>𝜑</m:t>
                    </m:r>
                    <m:r>
                      <a:rPr lang="en-US" altLang="zh-CN" i="1">
                        <a:solidFill>
                          <a:srgbClr val="7030A0"/>
                        </a:solidFill>
                        <a:effectLst>
                          <a:outerShdw blurRad="38100" dist="25400" dir="5400000" algn="ctr" rotWithShape="0">
                            <a:srgbClr val="6E747A">
                              <a:alpha val="43000"/>
                            </a:srgbClr>
                          </a:outerShdw>
                        </a:effectLst>
                        <a:latin typeface="Cambria Math" panose="02040503050406030204" charset="0"/>
                        <a:cs typeface="Cambria Math" panose="02040503050406030204" charset="0"/>
                      </a:rPr>
                      <m:t>(</m:t>
                    </m:r>
                    <m:r>
                      <a:rPr lang="en-US" altLang="zh-CN" b="1" i="1">
                        <a:solidFill>
                          <a:srgbClr val="7030A0"/>
                        </a:solidFill>
                        <a:effectLst>
                          <a:outerShdw blurRad="38100" dist="25400" dir="5400000" algn="ctr" rotWithShape="0">
                            <a:srgbClr val="6E747A">
                              <a:alpha val="43000"/>
                            </a:srgbClr>
                          </a:outerShdw>
                        </a:effectLst>
                        <a:latin typeface="Cambria Math" panose="02040503050406030204" charset="0"/>
                        <a:cs typeface="Cambria Math" panose="02040503050406030204" charset="0"/>
                      </a:rPr>
                      <m:t>𝑿</m:t>
                    </m:r>
                    <m:r>
                      <a:rPr lang="en-US" altLang="zh-CN" i="1">
                        <a:solidFill>
                          <a:srgbClr val="7030A0"/>
                        </a:solidFill>
                        <a:effectLst>
                          <a:outerShdw blurRad="38100" dist="25400" dir="5400000" algn="ctr" rotWithShape="0">
                            <a:srgbClr val="6E747A">
                              <a:alpha val="43000"/>
                            </a:srgbClr>
                          </a:outerShdw>
                        </a:effectLst>
                        <a:latin typeface="Cambria Math" panose="02040503050406030204" charset="0"/>
                        <a:cs typeface="Cambria Math" panose="02040503050406030204" charset="0"/>
                      </a:rPr>
                      <m:t>)−</m:t>
                    </m:r>
                    <m:f>
                      <m:fPr>
                        <m:ctrlPr>
                          <a:rPr lang="en-US" altLang="zh-CN" i="1">
                            <a:solidFill>
                              <a:srgbClr val="7030A0"/>
                            </a:solidFill>
                            <a:effectLst>
                              <a:outerShdw blurRad="38100" dist="25400" dir="5400000" algn="ctr" rotWithShape="0">
                                <a:srgbClr val="6E747A">
                                  <a:alpha val="43000"/>
                                </a:srgbClr>
                              </a:outerShdw>
                            </a:effectLst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fPr>
                      <m:num>
                        <m:r>
                          <a:rPr lang="en-US" altLang="zh-CN" i="1">
                            <a:solidFill>
                              <a:srgbClr val="7030A0"/>
                            </a:solidFill>
                            <a:effectLst>
                              <a:outerShdw blurRad="38100" dist="25400" dir="5400000" algn="ctr" rotWithShape="0">
                                <a:srgbClr val="6E747A">
                                  <a:alpha val="43000"/>
                                </a:srgbClr>
                              </a:outerShdw>
                            </a:effectLst>
                            <a:latin typeface="Cambria Math" panose="02040503050406030204" charset="0"/>
                            <a:cs typeface="Cambria Math" panose="02040503050406030204" charset="0"/>
                          </a:rPr>
                          <m:t>1</m:t>
                        </m:r>
                      </m:num>
                      <m:den>
                        <m:r>
                          <a:rPr lang="en-US" altLang="zh-CN" i="1">
                            <a:solidFill>
                              <a:srgbClr val="7030A0"/>
                            </a:solidFill>
                            <a:effectLst>
                              <a:outerShdw blurRad="38100" dist="25400" dir="5400000" algn="ctr" rotWithShape="0">
                                <a:srgbClr val="6E747A">
                                  <a:alpha val="43000"/>
                                </a:srgbClr>
                              </a:outerShdw>
                            </a:effectLst>
                            <a:latin typeface="Cambria Math" panose="02040503050406030204" charset="0"/>
                            <a:cs typeface="Cambria Math" panose="02040503050406030204" charset="0"/>
                          </a:rPr>
                          <m:t>𝑁</m:t>
                        </m:r>
                      </m:den>
                    </m:f>
                    <m:r>
                      <a:rPr lang="en-US" altLang="zh-CN" i="1">
                        <a:solidFill>
                          <a:srgbClr val="7030A0"/>
                        </a:solidFill>
                        <a:effectLst>
                          <a:outerShdw blurRad="38100" dist="25400" dir="5400000" algn="ctr" rotWithShape="0">
                            <a:srgbClr val="6E747A">
                              <a:alpha val="43000"/>
                            </a:srgbClr>
                          </a:outerShdw>
                        </a:effectLst>
                        <a:latin typeface="Cambria Math" panose="02040503050406030204" charset="0"/>
                        <a:cs typeface="Cambria Math" panose="02040503050406030204" charset="0"/>
                      </a:rPr>
                      <m:t>𝜑</m:t>
                    </m:r>
                    <m:r>
                      <a:rPr lang="en-US" altLang="zh-CN" i="1">
                        <a:solidFill>
                          <a:srgbClr val="7030A0"/>
                        </a:solidFill>
                        <a:effectLst>
                          <a:outerShdw blurRad="38100" dist="25400" dir="5400000" algn="ctr" rotWithShape="0">
                            <a:srgbClr val="6E747A">
                              <a:alpha val="43000"/>
                            </a:srgbClr>
                          </a:outerShdw>
                        </a:effectLst>
                        <a:latin typeface="Cambria Math" panose="02040503050406030204" charset="0"/>
                        <a:cs typeface="Cambria Math" panose="02040503050406030204" charset="0"/>
                      </a:rPr>
                      <m:t>(</m:t>
                    </m:r>
                    <m:r>
                      <a:rPr lang="en-US" altLang="zh-CN" b="1" i="1">
                        <a:solidFill>
                          <a:srgbClr val="7030A0"/>
                        </a:solidFill>
                        <a:effectLst>
                          <a:outerShdw blurRad="38100" dist="25400" dir="5400000" algn="ctr" rotWithShape="0">
                            <a:srgbClr val="6E747A">
                              <a:alpha val="43000"/>
                            </a:srgbClr>
                          </a:outerShdw>
                        </a:effectLst>
                        <a:latin typeface="Cambria Math" panose="02040503050406030204" charset="0"/>
                        <a:cs typeface="Cambria Math" panose="02040503050406030204" charset="0"/>
                      </a:rPr>
                      <m:t>𝑿</m:t>
                    </m:r>
                    <m:r>
                      <a:rPr lang="en-US" altLang="zh-CN" i="1">
                        <a:solidFill>
                          <a:srgbClr val="7030A0"/>
                        </a:solidFill>
                        <a:effectLst>
                          <a:outerShdw blurRad="38100" dist="25400" dir="5400000" algn="ctr" rotWithShape="0">
                            <a:srgbClr val="6E747A">
                              <a:alpha val="43000"/>
                            </a:srgbClr>
                          </a:outerShdw>
                        </a:effectLst>
                        <a:latin typeface="Cambria Math" panose="02040503050406030204" charset="0"/>
                        <a:cs typeface="Cambria Math" panose="02040503050406030204" charset="0"/>
                      </a:rPr>
                      <m:t>)</m:t>
                    </m:r>
                    <m:sSub>
                      <m:sSubPr>
                        <m:ctrlPr>
                          <a:rPr lang="en-US" altLang="zh-CN" b="1" i="1">
                            <a:solidFill>
                              <a:srgbClr val="7030A0"/>
                            </a:solidFill>
                            <a:effectLst>
                              <a:outerShdw blurRad="38100" dist="25400" dir="5400000" algn="ctr" rotWithShape="0">
                                <a:srgbClr val="6E747A">
                                  <a:alpha val="43000"/>
                                </a:srgbClr>
                              </a:outerShdw>
                            </a:effectLst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b="1" i="1">
                            <a:solidFill>
                              <a:srgbClr val="7030A0"/>
                            </a:solidFill>
                            <a:effectLst>
                              <a:outerShdw blurRad="38100" dist="25400" dir="5400000" algn="ctr" rotWithShape="0">
                                <a:srgbClr val="6E747A">
                                  <a:alpha val="43000"/>
                                </a:srgbClr>
                              </a:outerShdw>
                            </a:effectLst>
                            <a:latin typeface="Cambria Math" panose="02040503050406030204" charset="0"/>
                            <a:cs typeface="Cambria Math" panose="02040503050406030204" charset="0"/>
                          </a:rPr>
                          <m:t>𝟏</m:t>
                        </m:r>
                      </m:e>
                      <m:sub>
                        <m:r>
                          <a:rPr lang="en-US" altLang="zh-CN" b="1" i="1">
                            <a:solidFill>
                              <a:srgbClr val="7030A0"/>
                            </a:solidFill>
                            <a:effectLst>
                              <a:outerShdw blurRad="38100" dist="25400" dir="5400000" algn="ctr" rotWithShape="0">
                                <a:srgbClr val="6E747A">
                                  <a:alpha val="43000"/>
                                </a:srgbClr>
                              </a:outerShdw>
                            </a:effectLst>
                            <a:latin typeface="Cambria Math" panose="02040503050406030204" charset="0"/>
                            <a:cs typeface="Cambria Math" panose="02040503050406030204" charset="0"/>
                          </a:rPr>
                          <m:t>𝑵</m:t>
                        </m:r>
                        <m:r>
                          <a:rPr lang="en-US" altLang="zh-CN" b="1" i="1">
                            <a:solidFill>
                              <a:srgbClr val="7030A0"/>
                            </a:solidFill>
                            <a:effectLst>
                              <a:outerShdw blurRad="38100" dist="25400" dir="5400000" algn="ctr" rotWithShape="0">
                                <a:srgbClr val="6E747A">
                                  <a:alpha val="43000"/>
                                </a:srgbClr>
                              </a:outerShdw>
                            </a:effectLst>
                            <a:latin typeface="Cambria Math" panose="02040503050406030204" charset="0"/>
                            <a:cs typeface="Cambria Math" panose="02040503050406030204" charset="0"/>
                          </a:rPr>
                          <m:t>×</m:t>
                        </m:r>
                        <m:r>
                          <a:rPr lang="en-US" altLang="zh-CN" b="1" i="1">
                            <a:solidFill>
                              <a:srgbClr val="7030A0"/>
                            </a:solidFill>
                            <a:effectLst>
                              <a:outerShdw blurRad="38100" dist="25400" dir="5400000" algn="ctr" rotWithShape="0">
                                <a:srgbClr val="6E747A">
                                  <a:alpha val="43000"/>
                                </a:srgbClr>
                              </a:outerShdw>
                            </a:effectLst>
                            <a:latin typeface="Cambria Math" panose="02040503050406030204" charset="0"/>
                            <a:cs typeface="Cambria Math" panose="02040503050406030204" charset="0"/>
                          </a:rPr>
                          <m:t>𝟏</m:t>
                        </m:r>
                      </m:sub>
                    </m:sSub>
                    <m:sSubSup>
                      <m:sSubSupPr>
                        <m:ctrlPr>
                          <a:rPr lang="en-US" altLang="zh-CN" b="1" i="1">
                            <a:solidFill>
                              <a:srgbClr val="7030A0"/>
                            </a:solidFill>
                            <a:effectLst>
                              <a:outerShdw blurRad="38100" dist="25400" dir="5400000" algn="ctr" rotWithShape="0">
                                <a:srgbClr val="6E747A">
                                  <a:alpha val="43000"/>
                                </a:srgbClr>
                              </a:outerShdw>
                            </a:effectLst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SupPr>
                      <m:e>
                        <m:r>
                          <a:rPr lang="en-US" altLang="zh-CN" b="1" i="1">
                            <a:solidFill>
                              <a:srgbClr val="7030A0"/>
                            </a:solidFill>
                            <a:effectLst>
                              <a:outerShdw blurRad="38100" dist="25400" dir="5400000" algn="ctr" rotWithShape="0">
                                <a:srgbClr val="6E747A">
                                  <a:alpha val="43000"/>
                                </a:srgbClr>
                              </a:outerShdw>
                            </a:effectLst>
                            <a:latin typeface="Cambria Math" panose="02040503050406030204" charset="0"/>
                            <a:cs typeface="Cambria Math" panose="02040503050406030204" charset="0"/>
                          </a:rPr>
                          <m:t>𝟏</m:t>
                        </m:r>
                      </m:e>
                      <m:sub>
                        <m:r>
                          <a:rPr lang="en-US" altLang="zh-CN" b="1" i="1">
                            <a:solidFill>
                              <a:srgbClr val="7030A0"/>
                            </a:solidFill>
                            <a:effectLst>
                              <a:outerShdw blurRad="38100" dist="25400" dir="5400000" algn="ctr" rotWithShape="0">
                                <a:srgbClr val="6E747A">
                                  <a:alpha val="43000"/>
                                </a:srgbClr>
                              </a:outerShdw>
                            </a:effectLst>
                            <a:latin typeface="Cambria Math" panose="02040503050406030204" charset="0"/>
                            <a:cs typeface="Cambria Math" panose="02040503050406030204" charset="0"/>
                          </a:rPr>
                          <m:t>𝑵</m:t>
                        </m:r>
                        <m:r>
                          <a:rPr lang="en-US" altLang="zh-CN" b="1" i="1">
                            <a:solidFill>
                              <a:srgbClr val="7030A0"/>
                            </a:solidFill>
                            <a:effectLst>
                              <a:outerShdw blurRad="38100" dist="25400" dir="5400000" algn="ctr" rotWithShape="0">
                                <a:srgbClr val="6E747A">
                                  <a:alpha val="43000"/>
                                </a:srgbClr>
                              </a:outerShdw>
                            </a:effectLst>
                            <a:latin typeface="Cambria Math" panose="02040503050406030204" charset="0"/>
                            <a:cs typeface="Cambria Math" panose="02040503050406030204" charset="0"/>
                          </a:rPr>
                          <m:t>×</m:t>
                        </m:r>
                        <m:r>
                          <a:rPr lang="en-US" altLang="zh-CN" b="1" i="1">
                            <a:solidFill>
                              <a:srgbClr val="7030A0"/>
                            </a:solidFill>
                            <a:effectLst>
                              <a:outerShdw blurRad="38100" dist="25400" dir="5400000" algn="ctr" rotWithShape="0">
                                <a:srgbClr val="6E747A">
                                  <a:alpha val="43000"/>
                                </a:srgbClr>
                              </a:outerShdw>
                            </a:effectLst>
                            <a:latin typeface="Cambria Math" panose="02040503050406030204" charset="0"/>
                            <a:cs typeface="Cambria Math" panose="02040503050406030204" charset="0"/>
                          </a:rPr>
                          <m:t>𝟏</m:t>
                        </m:r>
                      </m:sub>
                      <m:sup>
                        <m:r>
                          <a:rPr lang="en-US" altLang="zh-CN" b="1" i="1">
                            <a:solidFill>
                              <a:srgbClr val="7030A0"/>
                            </a:solidFill>
                            <a:effectLst>
                              <a:outerShdw blurRad="38100" dist="25400" dir="5400000" algn="ctr" rotWithShape="0">
                                <a:srgbClr val="6E747A">
                                  <a:alpha val="43000"/>
                                </a:srgbClr>
                              </a:outerShdw>
                            </a:effectLst>
                            <a:latin typeface="Cambria Math" panose="02040503050406030204" charset="0"/>
                            <a:cs typeface="Cambria Math" panose="02040503050406030204" charset="0"/>
                          </a:rPr>
                          <m:t>𝑻</m:t>
                        </m:r>
                      </m:sup>
                    </m:sSubSup>
                  </m:oMath>
                </a14:m>
                <a:r>
                  <a:rPr lang="en-US" altLang="zh-CN">
                    <a:solidFill>
                      <a:srgbClr val="7030A0"/>
                    </a:solidFill>
                    <a:sym typeface="+mn-ea"/>
                  </a:rPr>
                  <a:t> </a:t>
                </a:r>
                <a:endParaRPr lang="zh-CN" altLang="en-US"/>
              </a:p>
            </p:txBody>
          </p:sp>
        </mc:Choice>
        <mc:Fallback>
          <p:sp>
            <p:nvSpPr>
              <p:cNvPr id="24" name="文本框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3200" y="4138295"/>
                <a:ext cx="3673475" cy="484505"/>
              </a:xfrm>
              <a:prstGeom prst="rect">
                <a:avLst/>
              </a:prstGeom>
              <a:blipFill rotWithShape="1"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5" name="文本框 24"/>
              <p:cNvSpPr txBox="1"/>
              <p:nvPr/>
            </p:nvSpPr>
            <p:spPr>
              <a:xfrm>
                <a:off x="216535" y="4547235"/>
                <a:ext cx="2287905" cy="4845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</a:bodyPr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>
                            <a:solidFill>
                              <a:schemeClr val="accent1"/>
                            </a:solidFill>
                            <a:effectLst>
                              <a:outerShdw blurRad="38100" dist="25400" dir="5400000" algn="ctr" rotWithShape="0">
                                <a:srgbClr val="6E747A">
                                  <a:alpha val="43000"/>
                                </a:srgbClr>
                              </a:outerShdw>
                            </a:effectLst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b="1" i="1">
                            <a:solidFill>
                              <a:schemeClr val="accent1"/>
                            </a:solidFill>
                            <a:effectLst>
                              <a:outerShdw blurRad="38100" dist="25400" dir="5400000" algn="ctr" rotWithShape="0">
                                <a:srgbClr val="6E747A">
                                  <a:alpha val="43000"/>
                                </a:srgbClr>
                              </a:outerShdw>
                            </a:effectLst>
                            <a:latin typeface="Cambria Math" panose="02040503050406030204" charset="0"/>
                            <a:cs typeface="Cambria Math" panose="02040503050406030204" charset="0"/>
                          </a:rPr>
                          <m:t>𝟏</m:t>
                        </m:r>
                      </m:e>
                      <m:sub>
                        <m:r>
                          <a:rPr lang="en-US" altLang="zh-CN" b="1" i="1">
                            <a:solidFill>
                              <a:schemeClr val="accent1"/>
                            </a:solidFill>
                            <a:effectLst>
                              <a:outerShdw blurRad="38100" dist="25400" dir="5400000" algn="ctr" rotWithShape="0">
                                <a:srgbClr val="6E747A">
                                  <a:alpha val="43000"/>
                                </a:srgbClr>
                              </a:outerShdw>
                            </a:effectLst>
                            <a:latin typeface="Cambria Math" panose="02040503050406030204" charset="0"/>
                            <a:cs typeface="Cambria Math" panose="02040503050406030204" charset="0"/>
                          </a:rPr>
                          <m:t>𝑵</m:t>
                        </m:r>
                      </m:sub>
                    </m:sSub>
                    <m:r>
                      <a:rPr lang="en-US" altLang="zh-CN" b="1" i="1">
                        <a:solidFill>
                          <a:schemeClr val="accent1"/>
                        </a:solidFill>
                        <a:effectLst>
                          <a:outerShdw blurRad="38100" dist="25400" dir="5400000" algn="ctr" rotWithShape="0">
                            <a:srgbClr val="6E747A">
                              <a:alpha val="43000"/>
                            </a:srgbClr>
                          </a:outerShdw>
                        </a:effectLst>
                        <a:latin typeface="Cambria Math" panose="02040503050406030204" charset="0"/>
                        <a:cs typeface="Cambria Math" panose="02040503050406030204" charset="0"/>
                      </a:rPr>
                      <m:t>≝</m:t>
                    </m:r>
                    <m:f>
                      <m:fPr>
                        <m:ctrlPr>
                          <a:rPr lang="en-US" altLang="zh-CN" i="1">
                            <a:solidFill>
                              <a:schemeClr val="accent1"/>
                            </a:solidFill>
                            <a:effectLst>
                              <a:outerShdw blurRad="38100" dist="25400" dir="5400000" algn="ctr" rotWithShape="0">
                                <a:srgbClr val="6E747A">
                                  <a:alpha val="43000"/>
                                </a:srgbClr>
                              </a:outerShdw>
                            </a:effectLst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fPr>
                      <m:num>
                        <m:r>
                          <a:rPr lang="en-US" altLang="zh-CN" i="1">
                            <a:solidFill>
                              <a:schemeClr val="accent1"/>
                            </a:solidFill>
                            <a:effectLst>
                              <a:outerShdw blurRad="38100" dist="25400" dir="5400000" algn="ctr" rotWithShape="0">
                                <a:srgbClr val="6E747A">
                                  <a:alpha val="43000"/>
                                </a:srgbClr>
                              </a:outerShdw>
                            </a:effectLst>
                            <a:latin typeface="Cambria Math" panose="02040503050406030204" charset="0"/>
                            <a:cs typeface="Cambria Math" panose="02040503050406030204" charset="0"/>
                          </a:rPr>
                          <m:t>1</m:t>
                        </m:r>
                      </m:num>
                      <m:den>
                        <m:r>
                          <a:rPr lang="en-US" altLang="zh-CN" i="1">
                            <a:solidFill>
                              <a:schemeClr val="accent1"/>
                            </a:solidFill>
                            <a:effectLst>
                              <a:outerShdw blurRad="38100" dist="25400" dir="5400000" algn="ctr" rotWithShape="0">
                                <a:srgbClr val="6E747A">
                                  <a:alpha val="43000"/>
                                </a:srgbClr>
                              </a:outerShdw>
                            </a:effectLst>
                            <a:latin typeface="Cambria Math" panose="02040503050406030204" charset="0"/>
                            <a:cs typeface="Cambria Math" panose="02040503050406030204" charset="0"/>
                          </a:rPr>
                          <m:t>𝑁</m:t>
                        </m:r>
                      </m:den>
                    </m:f>
                    <m:sSub>
                      <m:sSubPr>
                        <m:ctrlPr>
                          <a:rPr lang="en-US" altLang="zh-CN" b="1" i="1">
                            <a:solidFill>
                              <a:schemeClr val="accent1"/>
                            </a:solidFill>
                            <a:effectLst>
                              <a:outerShdw blurRad="38100" dist="25400" dir="5400000" algn="ctr" rotWithShape="0">
                                <a:srgbClr val="6E747A">
                                  <a:alpha val="43000"/>
                                </a:srgbClr>
                              </a:outerShdw>
                            </a:effectLst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b="1" i="1">
                            <a:solidFill>
                              <a:schemeClr val="accent1"/>
                            </a:solidFill>
                            <a:effectLst>
                              <a:outerShdw blurRad="38100" dist="25400" dir="5400000" algn="ctr" rotWithShape="0">
                                <a:srgbClr val="6E747A">
                                  <a:alpha val="43000"/>
                                </a:srgbClr>
                              </a:outerShdw>
                            </a:effectLst>
                            <a:latin typeface="Cambria Math" panose="02040503050406030204" charset="0"/>
                            <a:cs typeface="Cambria Math" panose="02040503050406030204" charset="0"/>
                          </a:rPr>
                          <m:t>𝟏</m:t>
                        </m:r>
                      </m:e>
                      <m:sub>
                        <m:r>
                          <a:rPr lang="en-US" altLang="zh-CN" b="1" i="1">
                            <a:solidFill>
                              <a:schemeClr val="accent1"/>
                            </a:solidFill>
                            <a:effectLst>
                              <a:outerShdw blurRad="38100" dist="25400" dir="5400000" algn="ctr" rotWithShape="0">
                                <a:srgbClr val="6E747A">
                                  <a:alpha val="43000"/>
                                </a:srgbClr>
                              </a:outerShdw>
                            </a:effectLst>
                            <a:latin typeface="Cambria Math" panose="02040503050406030204" charset="0"/>
                            <a:cs typeface="Cambria Math" panose="02040503050406030204" charset="0"/>
                          </a:rPr>
                          <m:t>𝑵</m:t>
                        </m:r>
                        <m:r>
                          <a:rPr lang="en-US" altLang="zh-CN" b="1" i="1">
                            <a:solidFill>
                              <a:schemeClr val="accent1"/>
                            </a:solidFill>
                            <a:effectLst>
                              <a:outerShdw blurRad="38100" dist="25400" dir="5400000" algn="ctr" rotWithShape="0">
                                <a:srgbClr val="6E747A">
                                  <a:alpha val="43000"/>
                                </a:srgbClr>
                              </a:outerShdw>
                            </a:effectLst>
                            <a:latin typeface="Cambria Math" panose="02040503050406030204" charset="0"/>
                            <a:cs typeface="Cambria Math" panose="02040503050406030204" charset="0"/>
                          </a:rPr>
                          <m:t>×</m:t>
                        </m:r>
                        <m:r>
                          <a:rPr lang="en-US" altLang="zh-CN" b="1" i="1">
                            <a:solidFill>
                              <a:schemeClr val="accent1"/>
                            </a:solidFill>
                            <a:effectLst>
                              <a:outerShdw blurRad="38100" dist="25400" dir="5400000" algn="ctr" rotWithShape="0">
                                <a:srgbClr val="6E747A">
                                  <a:alpha val="43000"/>
                                </a:srgbClr>
                              </a:outerShdw>
                            </a:effectLst>
                            <a:latin typeface="Cambria Math" panose="02040503050406030204" charset="0"/>
                            <a:cs typeface="Cambria Math" panose="02040503050406030204" charset="0"/>
                          </a:rPr>
                          <m:t>𝟏</m:t>
                        </m:r>
                      </m:sub>
                    </m:sSub>
                    <m:sSup>
                      <m:sSupPr>
                        <m:ctrlPr>
                          <a:rPr lang="en-US" altLang="zh-CN" b="1" i="1">
                            <a:solidFill>
                              <a:schemeClr val="accent1"/>
                            </a:solidFill>
                            <a:effectLst>
                              <a:outerShdw blurRad="38100" dist="25400" dir="5400000" algn="ctr" rotWithShape="0">
                                <a:srgbClr val="6E747A">
                                  <a:alpha val="43000"/>
                                </a:srgbClr>
                              </a:outerShdw>
                            </a:effectLst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altLang="zh-CN" b="1" i="1">
                                <a:solidFill>
                                  <a:schemeClr val="accent1"/>
                                </a:solidFill>
                                <a:effectLst>
                                  <a:outerShdw blurRad="38100" dist="25400" dir="5400000" algn="ctr" rotWithShape="0">
                                    <a:srgbClr val="6E747A">
                                      <a:alpha val="43000"/>
                                    </a:srgbClr>
                                  </a:outerShdw>
                                </a:effectLst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lang="en-US" altLang="zh-CN" b="1" i="1">
                                <a:solidFill>
                                  <a:schemeClr val="accent1"/>
                                </a:solidFill>
                                <a:effectLst>
                                  <a:outerShdw blurRad="38100" dist="25400" dir="5400000" algn="ctr" rotWithShape="0">
                                    <a:srgbClr val="6E747A">
                                      <a:alpha val="43000"/>
                                    </a:srgbClr>
                                  </a:outerShdw>
                                </a:effectLst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𝟏</m:t>
                            </m:r>
                          </m:e>
                          <m:sub>
                            <m:r>
                              <a:rPr lang="en-US" altLang="zh-CN" b="1" i="1">
                                <a:solidFill>
                                  <a:schemeClr val="accent1"/>
                                </a:solidFill>
                                <a:effectLst>
                                  <a:outerShdw blurRad="38100" dist="25400" dir="5400000" algn="ctr" rotWithShape="0">
                                    <a:srgbClr val="6E747A">
                                      <a:alpha val="43000"/>
                                    </a:srgbClr>
                                  </a:outerShdw>
                                </a:effectLst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𝑵</m:t>
                            </m:r>
                            <m:r>
                              <a:rPr lang="en-US" altLang="zh-CN" b="1" i="1">
                                <a:solidFill>
                                  <a:schemeClr val="accent1"/>
                                </a:solidFill>
                                <a:effectLst>
                                  <a:outerShdw blurRad="38100" dist="25400" dir="5400000" algn="ctr" rotWithShape="0">
                                    <a:srgbClr val="6E747A">
                                      <a:alpha val="43000"/>
                                    </a:srgbClr>
                                  </a:outerShdw>
                                </a:effectLst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×</m:t>
                            </m:r>
                            <m:r>
                              <a:rPr lang="en-US" altLang="zh-CN" b="1" i="1">
                                <a:solidFill>
                                  <a:schemeClr val="accent1"/>
                                </a:solidFill>
                                <a:effectLst>
                                  <a:outerShdw blurRad="38100" dist="25400" dir="5400000" algn="ctr" rotWithShape="0">
                                    <a:srgbClr val="6E747A">
                                      <a:alpha val="43000"/>
                                    </a:srgbClr>
                                  </a:outerShdw>
                                </a:effectLst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𝟏</m:t>
                            </m:r>
                          </m:sub>
                        </m:sSub>
                      </m:e>
                      <m:sup>
                        <m:r>
                          <a:rPr lang="en-US" altLang="zh-CN" b="1" i="1">
                            <a:solidFill>
                              <a:schemeClr val="accent1"/>
                            </a:solidFill>
                            <a:effectLst>
                              <a:outerShdw blurRad="38100" dist="25400" dir="5400000" algn="ctr" rotWithShape="0">
                                <a:srgbClr val="6E747A">
                                  <a:alpha val="43000"/>
                                </a:srgbClr>
                              </a:outerShdw>
                            </a:effectLst>
                            <a:latin typeface="Cambria Math" panose="02040503050406030204" charset="0"/>
                            <a:cs typeface="Cambria Math" panose="02040503050406030204" charset="0"/>
                          </a:rPr>
                          <m:t>𝑻</m:t>
                        </m:r>
                      </m:sup>
                    </m:sSup>
                  </m:oMath>
                </a14:m>
                <a:r>
                  <a:rPr lang="en-US" altLang="zh-CN" b="1" i="1">
                    <a:solidFill>
                      <a:schemeClr val="accent1"/>
                    </a:solidFill>
                    <a:effectLst>
                      <a:outerShdw blurRad="38100" dist="25400" dir="5400000" algn="ctr" rotWithShape="0">
                        <a:srgbClr val="6E747A">
                          <a:alpha val="43000"/>
                        </a:srgbClr>
                      </a:outerShdw>
                    </a:effectLst>
                    <a:latin typeface="Cambria Math" panose="02040503050406030204" charset="0"/>
                    <a:cs typeface="Cambria Math" panose="02040503050406030204" charset="0"/>
                  </a:rPr>
                  <a:t> </a:t>
                </a:r>
                <a:endParaRPr lang="en-US" altLang="zh-CN" b="1" i="1"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25" name="文本框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6535" y="4547235"/>
                <a:ext cx="2287905" cy="484505"/>
              </a:xfrm>
              <a:prstGeom prst="rect">
                <a:avLst/>
              </a:prstGeom>
              <a:blipFill rotWithShape="1"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6" name="文本框 25"/>
              <p:cNvSpPr txBox="1"/>
              <p:nvPr/>
            </p:nvSpPr>
            <p:spPr>
              <a:xfrm>
                <a:off x="2303780" y="4617720"/>
                <a:ext cx="2751455" cy="368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̃"/>
                          <m:ctrlPr>
                            <a:rPr lang="en-US" altLang="zh-CN" i="1">
                              <a:solidFill>
                                <a:srgbClr val="7030A0"/>
                              </a:solidFill>
                              <a:effectLst>
                                <a:outerShdw blurRad="38100" dist="25400" dir="5400000" algn="ctr" rotWithShape="0">
                                  <a:srgbClr val="6E747A">
                                    <a:alpha val="43000"/>
                                  </a:srgbClr>
                                </a:outerShdw>
                              </a:effectLst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accPr>
                        <m:e>
                          <m:r>
                            <a:rPr lang="en-US" altLang="zh-CN" i="1">
                              <a:solidFill>
                                <a:srgbClr val="7030A0"/>
                              </a:solidFill>
                              <a:effectLst>
                                <a:outerShdw blurRad="38100" dist="25400" dir="5400000" algn="ctr" rotWithShape="0">
                                  <a:srgbClr val="6E747A">
                                    <a:alpha val="43000"/>
                                  </a:srgbClr>
                                </a:outerShdw>
                              </a:effectLst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𝜑</m:t>
                          </m:r>
                        </m:e>
                      </m:acc>
                      <m:r>
                        <a:rPr lang="en-US" altLang="zh-CN" i="1">
                          <a:solidFill>
                            <a:srgbClr val="7030A0"/>
                          </a:solidFill>
                          <a:effectLst>
                            <a:outerShdw blurRad="38100" dist="25400" dir="5400000" algn="ctr" rotWithShape="0">
                              <a:srgbClr val="6E747A">
                                <a:alpha val="43000"/>
                              </a:srgbClr>
                            </a:outerShdw>
                          </a:effectLst>
                          <a:latin typeface="Cambria Math" panose="02040503050406030204" charset="0"/>
                          <a:cs typeface="Cambria Math" panose="02040503050406030204" charset="0"/>
                        </a:rPr>
                        <m:t>(</m:t>
                      </m:r>
                      <m:r>
                        <a:rPr lang="en-US" altLang="zh-CN" b="1" i="1">
                          <a:solidFill>
                            <a:srgbClr val="7030A0"/>
                          </a:solidFill>
                          <a:effectLst>
                            <a:outerShdw blurRad="38100" dist="25400" dir="5400000" algn="ctr" rotWithShape="0">
                              <a:srgbClr val="6E747A">
                                <a:alpha val="43000"/>
                              </a:srgbClr>
                            </a:outerShdw>
                          </a:effectLst>
                          <a:latin typeface="Cambria Math" panose="02040503050406030204" charset="0"/>
                          <a:cs typeface="Cambria Math" panose="02040503050406030204" charset="0"/>
                        </a:rPr>
                        <m:t>𝑿</m:t>
                      </m:r>
                      <m:r>
                        <a:rPr lang="en-US" altLang="zh-CN" i="1">
                          <a:solidFill>
                            <a:srgbClr val="7030A0"/>
                          </a:solidFill>
                          <a:effectLst>
                            <a:outerShdw blurRad="38100" dist="25400" dir="5400000" algn="ctr" rotWithShape="0">
                              <a:srgbClr val="6E747A">
                                <a:alpha val="43000"/>
                              </a:srgbClr>
                            </a:outerShdw>
                          </a:effectLst>
                          <a:latin typeface="Cambria Math" panose="02040503050406030204" charset="0"/>
                          <a:cs typeface="Cambria Math" panose="02040503050406030204" charset="0"/>
                        </a:rPr>
                        <m:t>)=</m:t>
                      </m:r>
                      <m:r>
                        <a:rPr lang="en-US" altLang="zh-CN" i="1">
                          <a:solidFill>
                            <a:srgbClr val="7030A0"/>
                          </a:solidFill>
                          <a:effectLst>
                            <a:outerShdw blurRad="38100" dist="25400" dir="5400000" algn="ctr" rotWithShape="0">
                              <a:srgbClr val="6E747A">
                                <a:alpha val="43000"/>
                              </a:srgbClr>
                            </a:outerShdw>
                          </a:effectLst>
                          <a:latin typeface="Cambria Math" panose="02040503050406030204" charset="0"/>
                          <a:cs typeface="Cambria Math" panose="02040503050406030204" charset="0"/>
                        </a:rPr>
                        <m:t>𝜑</m:t>
                      </m:r>
                      <m:r>
                        <a:rPr lang="en-US" altLang="zh-CN" i="1">
                          <a:solidFill>
                            <a:srgbClr val="7030A0"/>
                          </a:solidFill>
                          <a:effectLst>
                            <a:outerShdw blurRad="38100" dist="25400" dir="5400000" algn="ctr" rotWithShape="0">
                              <a:srgbClr val="6E747A">
                                <a:alpha val="43000"/>
                              </a:srgbClr>
                            </a:outerShdw>
                          </a:effectLst>
                          <a:latin typeface="Cambria Math" panose="02040503050406030204" charset="0"/>
                          <a:cs typeface="Cambria Math" panose="02040503050406030204" charset="0"/>
                        </a:rPr>
                        <m:t>(</m:t>
                      </m:r>
                      <m:r>
                        <a:rPr lang="en-US" altLang="zh-CN" b="1" i="1">
                          <a:solidFill>
                            <a:srgbClr val="7030A0"/>
                          </a:solidFill>
                          <a:effectLst>
                            <a:outerShdw blurRad="38100" dist="25400" dir="5400000" algn="ctr" rotWithShape="0">
                              <a:srgbClr val="6E747A">
                                <a:alpha val="43000"/>
                              </a:srgbClr>
                            </a:outerShdw>
                          </a:effectLst>
                          <a:latin typeface="Cambria Math" panose="02040503050406030204" charset="0"/>
                          <a:cs typeface="Cambria Math" panose="02040503050406030204" charset="0"/>
                        </a:rPr>
                        <m:t>𝑿</m:t>
                      </m:r>
                      <m:r>
                        <a:rPr lang="en-US" altLang="zh-CN" i="1">
                          <a:solidFill>
                            <a:srgbClr val="7030A0"/>
                          </a:solidFill>
                          <a:effectLst>
                            <a:outerShdw blurRad="38100" dist="25400" dir="5400000" algn="ctr" rotWithShape="0">
                              <a:srgbClr val="6E747A">
                                <a:alpha val="43000"/>
                              </a:srgbClr>
                            </a:outerShdw>
                          </a:effectLst>
                          <a:latin typeface="Cambria Math" panose="02040503050406030204" charset="0"/>
                          <a:cs typeface="Cambria Math" panose="02040503050406030204" charset="0"/>
                        </a:rPr>
                        <m:t>)−</m:t>
                      </m:r>
                      <m:r>
                        <a:rPr lang="en-US" altLang="zh-CN" i="1">
                          <a:solidFill>
                            <a:srgbClr val="7030A0"/>
                          </a:solidFill>
                          <a:effectLst>
                            <a:outerShdw blurRad="38100" dist="25400" dir="5400000" algn="ctr" rotWithShape="0">
                              <a:srgbClr val="6E747A">
                                <a:alpha val="43000"/>
                              </a:srgbClr>
                            </a:outerShdw>
                          </a:effectLst>
                          <a:latin typeface="Cambria Math" panose="02040503050406030204" charset="0"/>
                          <a:cs typeface="Cambria Math" panose="02040503050406030204" charset="0"/>
                        </a:rPr>
                        <m:t>𝜑</m:t>
                      </m:r>
                      <m:r>
                        <a:rPr lang="en-US" altLang="zh-CN" i="1">
                          <a:solidFill>
                            <a:srgbClr val="7030A0"/>
                          </a:solidFill>
                          <a:effectLst>
                            <a:outerShdw blurRad="38100" dist="25400" dir="5400000" algn="ctr" rotWithShape="0">
                              <a:srgbClr val="6E747A">
                                <a:alpha val="43000"/>
                              </a:srgbClr>
                            </a:outerShdw>
                          </a:effectLst>
                          <a:latin typeface="Cambria Math" panose="02040503050406030204" charset="0"/>
                          <a:cs typeface="Cambria Math" panose="02040503050406030204" charset="0"/>
                        </a:rPr>
                        <m:t>(</m:t>
                      </m:r>
                      <m:r>
                        <a:rPr lang="en-US" altLang="zh-CN" b="1" i="1">
                          <a:solidFill>
                            <a:srgbClr val="7030A0"/>
                          </a:solidFill>
                          <a:effectLst>
                            <a:outerShdw blurRad="38100" dist="25400" dir="5400000" algn="ctr" rotWithShape="0">
                              <a:srgbClr val="6E747A">
                                <a:alpha val="43000"/>
                              </a:srgbClr>
                            </a:outerShdw>
                          </a:effectLst>
                          <a:latin typeface="Cambria Math" panose="02040503050406030204" charset="0"/>
                          <a:cs typeface="Cambria Math" panose="02040503050406030204" charset="0"/>
                        </a:rPr>
                        <m:t>𝑿</m:t>
                      </m:r>
                      <m:r>
                        <a:rPr lang="en-US" altLang="zh-CN" i="1">
                          <a:solidFill>
                            <a:srgbClr val="7030A0"/>
                          </a:solidFill>
                          <a:effectLst>
                            <a:outerShdw blurRad="38100" dist="25400" dir="5400000" algn="ctr" rotWithShape="0">
                              <a:srgbClr val="6E747A">
                                <a:alpha val="43000"/>
                              </a:srgbClr>
                            </a:outerShdw>
                          </a:effectLst>
                          <a:latin typeface="Cambria Math" panose="02040503050406030204" charset="0"/>
                          <a:cs typeface="Cambria Math" panose="02040503050406030204" charset="0"/>
                        </a:rPr>
                        <m:t>)</m:t>
                      </m:r>
                      <m:sSub>
                        <m:sSubPr>
                          <m:ctrlPr>
                            <a:rPr lang="en-US" altLang="zh-CN" b="1" i="1">
                              <a:solidFill>
                                <a:srgbClr val="7030A0"/>
                              </a:solidFill>
                              <a:effectLst>
                                <a:outerShdw blurRad="38100" dist="25400" dir="5400000" algn="ctr" rotWithShape="0">
                                  <a:srgbClr val="6E747A">
                                    <a:alpha val="43000"/>
                                  </a:srgbClr>
                                </a:outerShdw>
                              </a:effectLst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b="1" i="1">
                              <a:solidFill>
                                <a:srgbClr val="7030A0"/>
                              </a:solidFill>
                              <a:effectLst>
                                <a:outerShdw blurRad="38100" dist="25400" dir="5400000" algn="ctr" rotWithShape="0">
                                  <a:srgbClr val="6E747A">
                                    <a:alpha val="43000"/>
                                  </a:srgbClr>
                                </a:outerShdw>
                              </a:effectLst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𝟏</m:t>
                          </m:r>
                        </m:e>
                        <m:sub>
                          <m:r>
                            <a:rPr lang="en-US" altLang="zh-CN" b="1" i="1">
                              <a:solidFill>
                                <a:srgbClr val="7030A0"/>
                              </a:solidFill>
                              <a:effectLst>
                                <a:outerShdw blurRad="38100" dist="25400" dir="5400000" algn="ctr" rotWithShape="0">
                                  <a:srgbClr val="6E747A">
                                    <a:alpha val="43000"/>
                                  </a:srgbClr>
                                </a:outerShdw>
                              </a:effectLst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𝑵</m:t>
                          </m:r>
                        </m:sub>
                      </m:sSub>
                    </m:oMath>
                  </m:oMathPara>
                </a14:m>
                <a:endParaRPr lang="zh-CN" altLang="en-US" b="1"/>
              </a:p>
            </p:txBody>
          </p:sp>
        </mc:Choice>
        <mc:Fallback>
          <p:sp>
            <p:nvSpPr>
              <p:cNvPr id="26" name="文本框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03780" y="4617720"/>
                <a:ext cx="2751455" cy="368300"/>
              </a:xfrm>
              <a:prstGeom prst="rect">
                <a:avLst/>
              </a:prstGeom>
              <a:blipFill rotWithShape="1"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7" name="文本框 26"/>
              <p:cNvSpPr txBox="1"/>
              <p:nvPr/>
            </p:nvSpPr>
            <p:spPr>
              <a:xfrm>
                <a:off x="205105" y="5047615"/>
                <a:ext cx="5131435" cy="4286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>
                    <a:solidFill>
                      <a:schemeClr val="accent1"/>
                    </a:solidFill>
                    <a:effectLst>
                      <a:outerShdw blurRad="38100" dist="25400" dir="5400000" algn="ctr" rotWithShape="0">
                        <a:srgbClr val="6E747A">
                          <a:alpha val="43000"/>
                        </a:srgbClr>
                      </a:outerShdw>
                    </a:effectLst>
                  </a:rPr>
                  <a:t>Using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solidFill>
                              <a:schemeClr val="accent1"/>
                            </a:solidFill>
                            <a:effectLst>
                              <a:outerShdw blurRad="38100" dist="25400" dir="5400000" algn="ctr" rotWithShape="0">
                                <a:srgbClr val="6E747A">
                                  <a:alpha val="43000"/>
                                </a:srgbClr>
                              </a:outerShdw>
                            </a:effectLst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acc>
                          <m:accPr>
                            <m:chr m:val="̃"/>
                            <m:ctrlPr>
                              <a:rPr lang="en-US" altLang="zh-CN" i="1">
                                <a:solidFill>
                                  <a:schemeClr val="accent1"/>
                                </a:solidFill>
                                <a:effectLst>
                                  <a:outerShdw blurRad="38100" dist="25400" dir="5400000" algn="ctr" rotWithShape="0">
                                    <a:srgbClr val="6E747A">
                                      <a:alpha val="43000"/>
                                    </a:srgbClr>
                                  </a:outerShdw>
                                </a:effectLst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accPr>
                          <m:e>
                            <m:r>
                              <a:rPr lang="en-US" altLang="zh-CN" b="1" i="1">
                                <a:solidFill>
                                  <a:schemeClr val="accent1"/>
                                </a:solidFill>
                                <a:effectLst>
                                  <a:outerShdw blurRad="38100" dist="25400" dir="5400000" algn="ctr" rotWithShape="0">
                                    <a:srgbClr val="6E747A">
                                      <a:alpha val="43000"/>
                                    </a:srgbClr>
                                  </a:outerShdw>
                                </a:effectLst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𝑲</m:t>
                            </m:r>
                          </m:e>
                        </m:acc>
                      </m:e>
                      <m:sub>
                        <m:r>
                          <a:rPr lang="en-US" altLang="zh-CN" i="1">
                            <a:solidFill>
                              <a:schemeClr val="accent1"/>
                            </a:solidFill>
                            <a:effectLst>
                              <a:outerShdw blurRad="38100" dist="25400" dir="5400000" algn="ctr" rotWithShape="0">
                                <a:srgbClr val="6E747A">
                                  <a:alpha val="43000"/>
                                </a:srgbClr>
                              </a:outerShdw>
                            </a:effectLst>
                            <a:latin typeface="Cambria Math" panose="02040503050406030204" charset="0"/>
                            <a:cs typeface="Cambria Math" panose="02040503050406030204" charset="0"/>
                          </a:rPr>
                          <m:t>𝑖𝑗</m:t>
                        </m:r>
                      </m:sub>
                    </m:sSub>
                    <m:r>
                      <a:rPr lang="en-US" altLang="zh-CN" i="1">
                        <a:solidFill>
                          <a:schemeClr val="accent1"/>
                        </a:solidFill>
                        <a:effectLst>
                          <a:outerShdw blurRad="38100" dist="25400" dir="5400000" algn="ctr" rotWithShape="0">
                            <a:srgbClr val="6E747A">
                              <a:alpha val="43000"/>
                            </a:srgbClr>
                          </a:outerShdw>
                        </a:effectLst>
                        <a:latin typeface="Cambria Math" panose="02040503050406030204" charset="0"/>
                        <a:cs typeface="Cambria Math" panose="02040503050406030204" charset="0"/>
                      </a:rPr>
                      <m:t>=</m:t>
                    </m:r>
                    <m:acc>
                      <m:accPr>
                        <m:chr m:val="̃"/>
                        <m:ctrlPr>
                          <a:rPr lang="en-US" altLang="zh-CN" i="1">
                            <a:solidFill>
                              <a:schemeClr val="accent1"/>
                            </a:solidFill>
                            <a:effectLst>
                              <a:outerShdw blurRad="38100" dist="25400" dir="5400000" algn="ctr" rotWithShape="0">
                                <a:srgbClr val="6E747A">
                                  <a:alpha val="43000"/>
                                </a:srgbClr>
                              </a:outerShdw>
                            </a:effectLst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accPr>
                      <m:e>
                        <m:r>
                          <a:rPr lang="en-US" altLang="zh-CN" i="1">
                            <a:solidFill>
                              <a:schemeClr val="accent1"/>
                            </a:solidFill>
                            <a:effectLst>
                              <a:outerShdw blurRad="38100" dist="25400" dir="5400000" algn="ctr" rotWithShape="0">
                                <a:srgbClr val="6E747A">
                                  <a:alpha val="43000"/>
                                </a:srgbClr>
                              </a:outerShdw>
                            </a:effectLst>
                            <a:latin typeface="Cambria Math" panose="02040503050406030204" charset="0"/>
                            <a:cs typeface="Cambria Math" panose="02040503050406030204" charset="0"/>
                          </a:rPr>
                          <m:t>𝜑</m:t>
                        </m:r>
                      </m:e>
                    </m:acc>
                    <m:sSup>
                      <m:sSupPr>
                        <m:ctrlPr>
                          <a:rPr lang="en-US" altLang="zh-CN" i="1">
                            <a:solidFill>
                              <a:schemeClr val="accent1"/>
                            </a:solidFill>
                            <a:effectLst>
                              <a:outerShdw blurRad="38100" dist="25400" dir="5400000" algn="ctr" rotWithShape="0">
                                <a:srgbClr val="6E747A">
                                  <a:alpha val="43000"/>
                                </a:srgbClr>
                              </a:outerShdw>
                            </a:effectLst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pPr>
                      <m:e>
                        <m:r>
                          <a:rPr lang="en-US" altLang="zh-CN" i="1">
                            <a:solidFill>
                              <a:schemeClr val="accent1"/>
                            </a:solidFill>
                            <a:effectLst>
                              <a:outerShdw blurRad="38100" dist="25400" dir="5400000" algn="ctr" rotWithShape="0">
                                <a:srgbClr val="6E747A">
                                  <a:alpha val="43000"/>
                                </a:srgbClr>
                              </a:outerShdw>
                            </a:effectLst>
                            <a:latin typeface="Cambria Math" panose="02040503050406030204" charset="0"/>
                            <a:cs typeface="Cambria Math" panose="02040503050406030204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CN" b="1" i="1">
                                <a:solidFill>
                                  <a:schemeClr val="accent1"/>
                                </a:solidFill>
                                <a:effectLst>
                                  <a:outerShdw blurRad="38100" dist="25400" dir="5400000" algn="ctr" rotWithShape="0">
                                    <a:srgbClr val="6E747A">
                                      <a:alpha val="43000"/>
                                    </a:srgbClr>
                                  </a:outerShdw>
                                </a:effectLst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lang="en-US" altLang="zh-CN" b="1" i="1">
                                <a:solidFill>
                                  <a:schemeClr val="accent1"/>
                                </a:solidFill>
                                <a:effectLst>
                                  <a:outerShdw blurRad="38100" dist="25400" dir="5400000" algn="ctr" rotWithShape="0">
                                    <a:srgbClr val="6E747A">
                                      <a:alpha val="43000"/>
                                    </a:srgbClr>
                                  </a:outerShdw>
                                </a:effectLst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zh-CN" b="1" i="1">
                                <a:solidFill>
                                  <a:schemeClr val="accent1"/>
                                </a:solidFill>
                                <a:effectLst>
                                  <a:outerShdw blurRad="38100" dist="25400" dir="5400000" algn="ctr" rotWithShape="0">
                                    <a:srgbClr val="6E747A">
                                      <a:alpha val="43000"/>
                                    </a:srgbClr>
                                  </a:outerShdw>
                                </a:effectLst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𝒊</m:t>
                            </m:r>
                          </m:sub>
                        </m:sSub>
                        <m:r>
                          <a:rPr lang="en-US" altLang="zh-CN" i="1">
                            <a:solidFill>
                              <a:schemeClr val="accent1"/>
                            </a:solidFill>
                            <a:effectLst>
                              <a:outerShdw blurRad="38100" dist="25400" dir="5400000" algn="ctr" rotWithShape="0">
                                <a:srgbClr val="6E747A">
                                  <a:alpha val="43000"/>
                                </a:srgbClr>
                              </a:outerShdw>
                            </a:effectLst>
                            <a:latin typeface="Cambria Math" panose="02040503050406030204" charset="0"/>
                            <a:cs typeface="Cambria Math" panose="02040503050406030204" charset="0"/>
                          </a:rPr>
                          <m:t>)</m:t>
                        </m:r>
                      </m:e>
                      <m:sup>
                        <m:r>
                          <a:rPr lang="en-US" altLang="zh-CN" i="1">
                            <a:solidFill>
                              <a:schemeClr val="accent1"/>
                            </a:solidFill>
                            <a:effectLst>
                              <a:outerShdw blurRad="38100" dist="25400" dir="5400000" algn="ctr" rotWithShape="0">
                                <a:srgbClr val="6E747A">
                                  <a:alpha val="43000"/>
                                </a:srgbClr>
                              </a:outerShdw>
                            </a:effectLst>
                            <a:latin typeface="Cambria Math" panose="02040503050406030204" charset="0"/>
                            <a:cs typeface="Cambria Math" panose="02040503050406030204" charset="0"/>
                          </a:rPr>
                          <m:t>𝑇</m:t>
                        </m:r>
                      </m:sup>
                    </m:sSup>
                    <m:acc>
                      <m:accPr>
                        <m:chr m:val="̃"/>
                        <m:ctrlPr>
                          <a:rPr lang="en-US" altLang="zh-CN" i="1">
                            <a:solidFill>
                              <a:schemeClr val="accent1"/>
                            </a:solidFill>
                            <a:effectLst>
                              <a:outerShdw blurRad="38100" dist="25400" dir="5400000" algn="ctr" rotWithShape="0">
                                <a:srgbClr val="6E747A">
                                  <a:alpha val="43000"/>
                                </a:srgbClr>
                              </a:outerShdw>
                            </a:effectLst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accPr>
                      <m:e>
                        <m:r>
                          <a:rPr lang="en-US" altLang="zh-CN" i="1">
                            <a:solidFill>
                              <a:schemeClr val="accent1"/>
                            </a:solidFill>
                            <a:effectLst>
                              <a:outerShdw blurRad="38100" dist="25400" dir="5400000" algn="ctr" rotWithShape="0">
                                <a:srgbClr val="6E747A">
                                  <a:alpha val="43000"/>
                                </a:srgbClr>
                              </a:outerShdw>
                            </a:effectLst>
                            <a:latin typeface="Cambria Math" panose="02040503050406030204" charset="0"/>
                            <a:cs typeface="Cambria Math" panose="02040503050406030204" charset="0"/>
                          </a:rPr>
                          <m:t>𝜑</m:t>
                        </m:r>
                      </m:e>
                    </m:acc>
                    <m:r>
                      <a:rPr lang="en-US" altLang="zh-CN" i="1">
                        <a:solidFill>
                          <a:schemeClr val="accent1"/>
                        </a:solidFill>
                        <a:effectLst>
                          <a:outerShdw blurRad="38100" dist="25400" dir="5400000" algn="ctr" rotWithShape="0">
                            <a:srgbClr val="6E747A">
                              <a:alpha val="43000"/>
                            </a:srgbClr>
                          </a:outerShdw>
                        </a:effectLst>
                        <a:latin typeface="Cambria Math" panose="02040503050406030204" charset="0"/>
                        <a:cs typeface="Cambria Math" panose="02040503050406030204" charset="0"/>
                      </a:rPr>
                      <m:t>(</m:t>
                    </m:r>
                    <m:sSub>
                      <m:sSubPr>
                        <m:ctrlPr>
                          <a:rPr lang="en-US" altLang="zh-CN" b="1" i="1">
                            <a:solidFill>
                              <a:schemeClr val="accent1"/>
                            </a:solidFill>
                            <a:effectLst>
                              <a:outerShdw blurRad="38100" dist="25400" dir="5400000" algn="ctr" rotWithShape="0">
                                <a:srgbClr val="6E747A">
                                  <a:alpha val="43000"/>
                                </a:srgbClr>
                              </a:outerShdw>
                            </a:effectLst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b="1" i="1">
                            <a:solidFill>
                              <a:schemeClr val="accent1"/>
                            </a:solidFill>
                            <a:effectLst>
                              <a:outerShdw blurRad="38100" dist="25400" dir="5400000" algn="ctr" rotWithShape="0">
                                <a:srgbClr val="6E747A">
                                  <a:alpha val="43000"/>
                                </a:srgbClr>
                              </a:outerShdw>
                            </a:effectLst>
                            <a:latin typeface="Cambria Math" panose="02040503050406030204" charset="0"/>
                            <a:cs typeface="Cambria Math" panose="02040503050406030204" charset="0"/>
                          </a:rPr>
                          <m:t>𝒙</m:t>
                        </m:r>
                      </m:e>
                      <m:sub>
                        <m:r>
                          <a:rPr lang="en-US" altLang="zh-CN" b="1" i="1">
                            <a:solidFill>
                              <a:schemeClr val="accent1"/>
                            </a:solidFill>
                            <a:effectLst>
                              <a:outerShdw blurRad="38100" dist="25400" dir="5400000" algn="ctr" rotWithShape="0">
                                <a:srgbClr val="6E747A">
                                  <a:alpha val="43000"/>
                                </a:srgbClr>
                              </a:outerShdw>
                            </a:effectLst>
                            <a:latin typeface="Cambria Math" panose="02040503050406030204" charset="0"/>
                            <a:cs typeface="Cambria Math" panose="02040503050406030204" charset="0"/>
                          </a:rPr>
                          <m:t>𝒋</m:t>
                        </m:r>
                      </m:sub>
                    </m:sSub>
                    <m:r>
                      <a:rPr lang="en-US" altLang="zh-CN" i="1">
                        <a:solidFill>
                          <a:schemeClr val="accent1"/>
                        </a:solidFill>
                        <a:effectLst>
                          <a:outerShdw blurRad="38100" dist="25400" dir="5400000" algn="ctr" rotWithShape="0">
                            <a:srgbClr val="6E747A">
                              <a:alpha val="43000"/>
                            </a:srgbClr>
                          </a:outerShdw>
                        </a:effectLst>
                        <a:latin typeface="Cambria Math" panose="02040503050406030204" charset="0"/>
                        <a:cs typeface="Cambria Math" panose="02040503050406030204" charset="0"/>
                      </a:rPr>
                      <m:t>)</m:t>
                    </m:r>
                  </m:oMath>
                </a14:m>
                <a:r>
                  <a:rPr lang="en-US" altLang="zh-CN">
                    <a:solidFill>
                      <a:schemeClr val="accent1"/>
                    </a:solidFill>
                    <a:effectLst>
                      <a:outerShdw blurRad="38100" dist="25400" dir="5400000" algn="ctr" rotWithShape="0">
                        <a:srgbClr val="6E747A">
                          <a:alpha val="43000"/>
                        </a:srgbClr>
                      </a:outerShdw>
                    </a:effectLst>
                  </a:rPr>
                  <a:t>,we have:</a:t>
                </a:r>
                <a:endParaRPr lang="en-US" altLang="zh-CN"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endParaRPr>
              </a:p>
            </p:txBody>
          </p:sp>
        </mc:Choice>
        <mc:Fallback>
          <p:sp>
            <p:nvSpPr>
              <p:cNvPr id="27" name="文本框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105" y="5047615"/>
                <a:ext cx="5131435" cy="428625"/>
              </a:xfrm>
              <a:prstGeom prst="rect">
                <a:avLst/>
              </a:prstGeom>
              <a:blipFill rotWithShape="1"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8" name="文本框 27"/>
              <p:cNvSpPr txBox="1"/>
              <p:nvPr/>
            </p:nvSpPr>
            <p:spPr>
              <a:xfrm>
                <a:off x="216535" y="5537835"/>
                <a:ext cx="6127115" cy="3854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en-US" altLang="zh-CN" i="1">
                            <a:solidFill>
                              <a:srgbClr val="7030A0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accPr>
                      <m:e>
                        <m:r>
                          <a:rPr lang="en-US" altLang="zh-CN" b="1" i="1">
                            <a:solidFill>
                              <a:srgbClr val="7030A0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𝑲</m:t>
                        </m:r>
                      </m:e>
                    </m:acc>
                    <m:r>
                      <a:rPr lang="en-US" altLang="zh-CN" i="1">
                        <a:solidFill>
                          <a:srgbClr val="7030A0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=</m:t>
                    </m:r>
                    <m:r>
                      <a:rPr lang="en-US" altLang="zh-CN" b="1" i="1">
                        <a:solidFill>
                          <a:srgbClr val="7030A0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𝑲</m:t>
                    </m:r>
                    <m:r>
                      <a:rPr lang="en-US" altLang="zh-CN" i="1">
                        <a:solidFill>
                          <a:srgbClr val="7030A0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−</m:t>
                    </m:r>
                    <m:r>
                      <a:rPr lang="en-US" altLang="zh-CN" b="1" i="1">
                        <a:solidFill>
                          <a:srgbClr val="7030A0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𝑲</m:t>
                    </m:r>
                    <m:r>
                      <a:rPr lang="en-US" altLang="zh-CN" i="1">
                        <a:solidFill>
                          <a:srgbClr val="7030A0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·</m:t>
                    </m:r>
                    <m:sSub>
                      <m:sSubPr>
                        <m:ctrlPr>
                          <a:rPr lang="en-US" altLang="zh-CN" b="1" i="1">
                            <a:solidFill>
                              <a:srgbClr val="7030A0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b="1" i="1">
                            <a:solidFill>
                              <a:srgbClr val="7030A0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𝟏</m:t>
                        </m:r>
                      </m:e>
                      <m:sub>
                        <m:r>
                          <a:rPr lang="en-US" altLang="zh-CN" b="1" i="1">
                            <a:solidFill>
                              <a:srgbClr val="7030A0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𝑵</m:t>
                        </m:r>
                      </m:sub>
                    </m:sSub>
                    <m:r>
                      <a:rPr lang="en-US" altLang="zh-CN" i="1">
                        <a:solidFill>
                          <a:srgbClr val="7030A0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−</m:t>
                    </m:r>
                    <m:sSub>
                      <m:sSubPr>
                        <m:ctrlPr>
                          <a:rPr lang="en-US" altLang="zh-CN" b="1" i="1">
                            <a:solidFill>
                              <a:srgbClr val="7030A0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b="1" i="1">
                            <a:solidFill>
                              <a:srgbClr val="7030A0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𝟏</m:t>
                        </m:r>
                      </m:e>
                      <m:sub>
                        <m:r>
                          <a:rPr lang="en-US" altLang="zh-CN" b="1" i="1">
                            <a:solidFill>
                              <a:srgbClr val="7030A0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𝑵</m:t>
                        </m:r>
                      </m:sub>
                    </m:sSub>
                    <m:r>
                      <a:rPr lang="en-US" altLang="zh-CN" i="1">
                        <a:solidFill>
                          <a:srgbClr val="7030A0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·</m:t>
                    </m:r>
                    <m:r>
                      <a:rPr lang="en-US" altLang="zh-CN" b="1" i="1">
                        <a:solidFill>
                          <a:srgbClr val="7030A0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𝑲</m:t>
                    </m:r>
                    <m:r>
                      <a:rPr lang="en-US" altLang="zh-CN" i="1">
                        <a:solidFill>
                          <a:srgbClr val="7030A0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+</m:t>
                    </m:r>
                    <m:sSub>
                      <m:sSubPr>
                        <m:ctrlPr>
                          <a:rPr lang="en-US" altLang="zh-CN" b="1" i="1">
                            <a:solidFill>
                              <a:srgbClr val="7030A0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b="1" i="1">
                            <a:solidFill>
                              <a:srgbClr val="7030A0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𝟏</m:t>
                        </m:r>
                      </m:e>
                      <m:sub>
                        <m:r>
                          <a:rPr lang="en-US" altLang="zh-CN" b="1" i="1">
                            <a:solidFill>
                              <a:srgbClr val="7030A0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𝑵</m:t>
                        </m:r>
                      </m:sub>
                    </m:sSub>
                    <m:r>
                      <a:rPr lang="en-US" altLang="zh-CN" i="1">
                        <a:solidFill>
                          <a:srgbClr val="7030A0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·</m:t>
                    </m:r>
                    <m:r>
                      <a:rPr lang="en-US" altLang="zh-CN" b="1" i="1">
                        <a:solidFill>
                          <a:srgbClr val="7030A0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𝑲</m:t>
                    </m:r>
                    <m:r>
                      <a:rPr lang="en-US" altLang="zh-CN" i="1">
                        <a:solidFill>
                          <a:srgbClr val="7030A0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·</m:t>
                    </m:r>
                    <m:sSub>
                      <m:sSubPr>
                        <m:ctrlPr>
                          <a:rPr lang="en-US" altLang="zh-CN" b="1" i="1">
                            <a:solidFill>
                              <a:srgbClr val="7030A0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b="1" i="1">
                            <a:solidFill>
                              <a:srgbClr val="7030A0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𝟏</m:t>
                        </m:r>
                      </m:e>
                      <m:sub>
                        <m:r>
                          <a:rPr lang="en-US" altLang="zh-CN" b="1" i="1">
                            <a:solidFill>
                              <a:srgbClr val="7030A0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𝑵</m:t>
                        </m:r>
                      </m:sub>
                    </m:sSub>
                  </m:oMath>
                </a14:m>
                <a:r>
                  <a:rPr lang="en-US" altLang="zh-CN">
                    <a:solidFill>
                      <a:srgbClr val="7030A0"/>
                    </a:solidFill>
                  </a:rPr>
                  <a:t> </a:t>
                </a:r>
                <a:endParaRPr lang="en-US" altLang="zh-CN">
                  <a:solidFill>
                    <a:srgbClr val="7030A0"/>
                  </a:solidFill>
                </a:endParaRPr>
              </a:p>
            </p:txBody>
          </p:sp>
        </mc:Choice>
        <mc:Fallback>
          <p:sp>
            <p:nvSpPr>
              <p:cNvPr id="28" name="文本框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6535" y="5537835"/>
                <a:ext cx="6127115" cy="385445"/>
              </a:xfrm>
              <a:prstGeom prst="rect">
                <a:avLst/>
              </a:prstGeom>
              <a:blipFill rotWithShape="1"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文本框 28"/>
          <p:cNvSpPr txBox="1"/>
          <p:nvPr/>
        </p:nvSpPr>
        <p:spPr>
          <a:xfrm>
            <a:off x="5949315" y="4379595"/>
            <a:ext cx="41243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rgbClr val="7030A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Steps:</a:t>
            </a:r>
            <a:endParaRPr lang="en-US" altLang="zh-CN">
              <a:solidFill>
                <a:srgbClr val="7030A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5949315" y="4857115"/>
            <a:ext cx="52736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rgbClr val="FF0000"/>
                </a:solidFill>
              </a:rPr>
              <a:t>Choose a kernel function and get matrix </a:t>
            </a:r>
            <a:r>
              <a:rPr lang="en-US" altLang="zh-CN" b="1" i="1">
                <a:solidFill>
                  <a:srgbClr val="FF0000"/>
                </a:solidFill>
              </a:rPr>
              <a:t>K</a:t>
            </a:r>
            <a:endParaRPr lang="en-US" altLang="zh-CN" b="1" i="1">
              <a:solidFill>
                <a:srgbClr val="FF000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1" name="文本框 30"/>
              <p:cNvSpPr txBox="1"/>
              <p:nvPr/>
            </p:nvSpPr>
            <p:spPr>
              <a:xfrm>
                <a:off x="5945505" y="5351145"/>
                <a:ext cx="4655820" cy="3911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>
                    <a:solidFill>
                      <a:srgbClr val="FF0000"/>
                    </a:solidFill>
                  </a:rPr>
                  <a:t>Calculate 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en-US" altLang="zh-CN" b="1" i="1">
                            <a:solidFill>
                              <a:srgbClr val="FF0000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accPr>
                      <m:e>
                        <m:r>
                          <a:rPr lang="en-US" altLang="zh-CN" b="1" i="1">
                            <a:solidFill>
                              <a:srgbClr val="FF0000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𝑲</m:t>
                        </m:r>
                      </m:e>
                    </m:acc>
                  </m:oMath>
                </a14:m>
                <a:endParaRPr lang="en-US" altLang="zh-CN" b="1" i="1">
                  <a:solidFill>
                    <a:srgbClr val="FF0000"/>
                  </a:solidFill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31" name="文本框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5505" y="5351145"/>
                <a:ext cx="4655820" cy="391160"/>
              </a:xfrm>
              <a:prstGeom prst="rect">
                <a:avLst/>
              </a:prstGeom>
              <a:blipFill rotWithShape="1"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2" name="文本框 31"/>
              <p:cNvSpPr txBox="1"/>
              <p:nvPr/>
            </p:nvSpPr>
            <p:spPr>
              <a:xfrm>
                <a:off x="5968365" y="5802630"/>
                <a:ext cx="5132070" cy="3879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14:m>
                  <m:oMath xmlns:m="http://schemas.openxmlformats.org/officeDocument/2006/math">
                    <m:r>
                      <a:rPr lang="en-US" altLang="zh-CN" b="1" i="1">
                        <a:solidFill>
                          <a:srgbClr val="FF0000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𝒚</m:t>
                    </m:r>
                    <m:r>
                      <a:rPr lang="en-US" altLang="zh-CN" b="1" i="1">
                        <a:solidFill>
                          <a:srgbClr val="FF0000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=</m:t>
                    </m:r>
                    <m:acc>
                      <m:accPr>
                        <m:chr m:val="̃"/>
                        <m:ctrlPr>
                          <a:rPr lang="en-US" altLang="zh-CN" b="1" i="1">
                            <a:solidFill>
                              <a:srgbClr val="FF0000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accPr>
                      <m:e>
                        <m:r>
                          <a:rPr lang="en-US" altLang="zh-CN" b="1" i="1">
                            <a:solidFill>
                              <a:srgbClr val="FF0000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𝑲</m:t>
                        </m:r>
                      </m:e>
                    </m:acc>
                    <m:r>
                      <a:rPr lang="en-US" altLang="zh-CN" b="1" i="1">
                        <a:solidFill>
                          <a:srgbClr val="FF0000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𝒙</m:t>
                    </m:r>
                  </m:oMath>
                </a14:m>
                <a:r>
                  <a:rPr lang="en-US" altLang="zh-CN">
                    <a:solidFill>
                      <a:srgbClr val="FF0000"/>
                    </a:solidFill>
                  </a:rPr>
                  <a:t> </a:t>
                </a:r>
                <a:endParaRPr lang="en-US" altLang="zh-CN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32" name="文本框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68365" y="5802630"/>
                <a:ext cx="5132070" cy="387985"/>
              </a:xfrm>
              <a:prstGeom prst="rect">
                <a:avLst/>
              </a:prstGeom>
              <a:blipFill rotWithShape="1"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4" name="图片 33"/>
          <p:cNvPicPr/>
          <p:nvPr/>
        </p:nvPicPr>
        <p:blipFill>
          <a:blip r:embed="rId20"/>
          <a:stretch>
            <a:fillRect/>
          </a:stretch>
        </p:blipFill>
        <p:spPr>
          <a:xfrm>
            <a:off x="5473700" y="128270"/>
            <a:ext cx="3413125" cy="203708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5" name="文本框 34"/>
              <p:cNvSpPr txBox="1"/>
              <p:nvPr/>
            </p:nvSpPr>
            <p:spPr>
              <a:xfrm>
                <a:off x="8881110" y="944245"/>
                <a:ext cx="2219325" cy="404495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  <a:scene3d>
                  <a:camera prst="orthographicFront"/>
                  <a:lightRig rig="soft" dir="t">
                    <a:rot lat="0" lon="0" rev="15600000"/>
                  </a:lightRig>
                </a:scene3d>
                <a:sp3d extrusionH="57150" prstMaterial="softEdge">
                  <a:bevelT w="25400" h="38100"/>
                </a:sp3d>
              </a:bodyPr>
              <a:p>
                <a:r>
                  <a:rPr lang="en-US" altLang="zh-CN" sz="1400">
                    <a:solidFill>
                      <a:schemeClr val="accent4"/>
                    </a:solidFill>
                    <a:effectLst/>
                  </a:rPr>
                  <a:t>When </a:t>
                </a:r>
                <a14:m>
                  <m:oMath xmlns:m="http://schemas.openxmlformats.org/officeDocument/2006/math">
                    <m:r>
                      <a:rPr lang="en-US" altLang="zh-CN" sz="1400" i="1">
                        <a:solidFill>
                          <a:schemeClr val="accent4"/>
                        </a:solidFill>
                        <a:effectLst/>
                        <a:latin typeface="Cambria Math" panose="02040503050406030204" charset="0"/>
                        <a:cs typeface="Cambria Math" panose="02040503050406030204" charset="0"/>
                      </a:rPr>
                      <m:t>𝛾</m:t>
                    </m:r>
                  </m:oMath>
                </a14:m>
                <a:r>
                  <a:rPr lang="en-US" altLang="zh-CN" sz="1400">
                    <a:solidFill>
                      <a:schemeClr val="accent4"/>
                    </a:solidFill>
                    <a:effectLst/>
                  </a:rPr>
                  <a:t> is large</a:t>
                </a:r>
                <a:endParaRPr lang="en-US" altLang="zh-CN" sz="1400">
                  <a:solidFill>
                    <a:schemeClr val="accent4"/>
                  </a:solidFill>
                  <a:effectLst/>
                </a:endParaRPr>
              </a:p>
            </p:txBody>
          </p:sp>
        </mc:Choice>
        <mc:Fallback>
          <p:sp>
            <p:nvSpPr>
              <p:cNvPr id="35" name="文本框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81110" y="944245"/>
                <a:ext cx="2219325" cy="404495"/>
              </a:xfrm>
              <a:prstGeom prst="rect">
                <a:avLst/>
              </a:prstGeom>
              <a:blipFill rotWithShape="1"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6" name="图片 35"/>
          <p:cNvPicPr/>
          <p:nvPr/>
        </p:nvPicPr>
        <p:blipFill>
          <a:blip r:embed="rId22"/>
          <a:stretch>
            <a:fillRect/>
          </a:stretch>
        </p:blipFill>
        <p:spPr>
          <a:xfrm>
            <a:off x="5468620" y="2292350"/>
            <a:ext cx="3411855" cy="1855470"/>
          </a:xfrm>
          <a:prstGeom prst="rect">
            <a:avLst/>
          </a:prstGeom>
        </p:spPr>
      </p:pic>
      <p:sp>
        <p:nvSpPr>
          <p:cNvPr id="37" name="文本框 36"/>
          <p:cNvSpPr txBox="1"/>
          <p:nvPr/>
        </p:nvSpPr>
        <p:spPr>
          <a:xfrm>
            <a:off x="9100820" y="1210945"/>
            <a:ext cx="148971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>
                <a:solidFill>
                  <a:srgbClr val="FF0000"/>
                </a:solidFill>
              </a:rPr>
              <a:t>overfitting</a:t>
            </a:r>
            <a:endParaRPr lang="en-US" altLang="zh-CN" sz="1400">
              <a:solidFill>
                <a:srgbClr val="FF000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8" name="文本框 37"/>
              <p:cNvSpPr txBox="1"/>
              <p:nvPr/>
            </p:nvSpPr>
            <p:spPr>
              <a:xfrm>
                <a:off x="8938895" y="2795270"/>
                <a:ext cx="2442210" cy="3067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1400">
                    <a:solidFill>
                      <a:schemeClr val="accent4"/>
                    </a:solidFill>
                    <a:effectLst/>
                    <a:sym typeface="+mn-ea"/>
                  </a:rPr>
                  <a:t>When </a:t>
                </a:r>
                <a14:m>
                  <m:oMath xmlns:m="http://schemas.openxmlformats.org/officeDocument/2006/math">
                    <m:r>
                      <a:rPr lang="en-US" altLang="zh-CN" sz="1400" i="1">
                        <a:solidFill>
                          <a:schemeClr val="accent4"/>
                        </a:solidFill>
                        <a:effectLst/>
                        <a:latin typeface="Cambria Math" panose="02040503050406030204" charset="0"/>
                        <a:cs typeface="Cambria Math" panose="02040503050406030204" charset="0"/>
                      </a:rPr>
                      <m:t>𝛾</m:t>
                    </m:r>
                  </m:oMath>
                </a14:m>
                <a:r>
                  <a:rPr lang="en-US" altLang="zh-CN" sz="1400">
                    <a:solidFill>
                      <a:schemeClr val="accent4"/>
                    </a:solidFill>
                    <a:effectLst/>
                    <a:sym typeface="+mn-ea"/>
                  </a:rPr>
                  <a:t> is small</a:t>
                </a:r>
                <a:endParaRPr lang="zh-CN" altLang="en-US" sz="1400"/>
              </a:p>
            </p:txBody>
          </p:sp>
        </mc:Choice>
        <mc:Fallback>
          <p:sp>
            <p:nvSpPr>
              <p:cNvPr id="38" name="文本框 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38895" y="2795270"/>
                <a:ext cx="2442210" cy="306705"/>
              </a:xfrm>
              <a:prstGeom prst="rect">
                <a:avLst/>
              </a:prstGeom>
              <a:blipFill rotWithShape="1"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文本框 38"/>
          <p:cNvSpPr txBox="1"/>
          <p:nvPr/>
        </p:nvSpPr>
        <p:spPr>
          <a:xfrm>
            <a:off x="9072245" y="3050540"/>
            <a:ext cx="128524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>
                <a:solidFill>
                  <a:srgbClr val="FF0000"/>
                </a:solidFill>
              </a:rPr>
              <a:t>underfitting</a:t>
            </a:r>
            <a:endParaRPr lang="en-US" altLang="zh-CN" sz="1400">
              <a:solidFill>
                <a:srgbClr val="FF0000"/>
              </a:solidFill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10250170" y="1915160"/>
            <a:ext cx="166306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>
                <a:solidFill>
                  <a:srgbClr val="FF0000"/>
                </a:solidFill>
              </a:rPr>
              <a:t>Gaussian kernel</a:t>
            </a:r>
            <a:endParaRPr lang="en-US" altLang="zh-CN" sz="1400">
              <a:solidFill>
                <a:srgbClr val="FF0000"/>
              </a:solidFill>
            </a:endParaRPr>
          </a:p>
        </p:txBody>
      </p:sp>
      <p:cxnSp>
        <p:nvCxnSpPr>
          <p:cNvPr id="41" name="直接箭头连接符 40"/>
          <p:cNvCxnSpPr/>
          <p:nvPr/>
        </p:nvCxnSpPr>
        <p:spPr>
          <a:xfrm>
            <a:off x="10155555" y="1276350"/>
            <a:ext cx="488315" cy="63055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2" name="直接箭头连接符 41"/>
          <p:cNvCxnSpPr/>
          <p:nvPr/>
        </p:nvCxnSpPr>
        <p:spPr>
          <a:xfrm flipV="1">
            <a:off x="10186670" y="2228215"/>
            <a:ext cx="481965" cy="55626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  <p:custDataLst>
      <p:tags r:id="rId24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" name="文本框 26"/>
          <p:cNvSpPr txBox="1"/>
          <p:nvPr/>
        </p:nvSpPr>
        <p:spPr>
          <a:xfrm>
            <a:off x="-68580" y="-106680"/>
            <a:ext cx="12834620" cy="6964680"/>
          </a:xfrm>
          <a:prstGeom prst="rect">
            <a:avLst/>
          </a:prstGeom>
          <a:gradFill>
            <a:gsLst>
              <a:gs pos="0">
                <a:srgbClr val="D7F0FC"/>
              </a:gs>
              <a:gs pos="52000">
                <a:srgbClr val="FFEFDE"/>
              </a:gs>
              <a:gs pos="100000">
                <a:srgbClr val="FFDCFC"/>
              </a:gs>
            </a:gsLst>
            <a:lin ang="5400000" scaled="1"/>
          </a:gradFill>
        </p:spPr>
        <p:txBody>
          <a:bodyPr wrap="square" rtlCol="0">
            <a:noAutofit/>
          </a:bodyPr>
          <a:p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346075" y="374015"/>
            <a:ext cx="7672070" cy="36830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p>
            <a:r>
              <a:rPr lang="en-US" altLang="zh-CN" b="1">
                <a:solidFill>
                  <a:schemeClr val="accent4"/>
                </a:solidFill>
                <a:effectLst/>
              </a:rPr>
              <a:t>Boundedness of PCA</a:t>
            </a:r>
            <a:endParaRPr lang="en-US" altLang="zh-CN" b="1">
              <a:solidFill>
                <a:schemeClr val="accent4"/>
              </a:solidFill>
              <a:effectLst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28930" y="742315"/>
            <a:ext cx="106895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Noise can be sparse and heavy.</a:t>
            </a:r>
            <a:endParaRPr lang="en-US" altLang="zh-CN"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cxnSp>
        <p:nvCxnSpPr>
          <p:cNvPr id="6" name="直接箭头连接符 5"/>
          <p:cNvCxnSpPr/>
          <p:nvPr/>
        </p:nvCxnSpPr>
        <p:spPr>
          <a:xfrm>
            <a:off x="3662045" y="936625"/>
            <a:ext cx="451485" cy="0"/>
          </a:xfrm>
          <a:prstGeom prst="straightConnector1">
            <a:avLst/>
          </a:prstGeom>
          <a:ln>
            <a:tailEnd type="arrow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" name="文本框 6"/>
          <p:cNvSpPr txBox="1"/>
          <p:nvPr/>
        </p:nvSpPr>
        <p:spPr>
          <a:xfrm>
            <a:off x="4050665" y="742315"/>
            <a:ext cx="39630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rgbClr val="FF0000"/>
                </a:solidFill>
              </a:rPr>
              <a:t>Assumption</a:t>
            </a:r>
            <a:endParaRPr lang="en-US" altLang="zh-CN">
              <a:solidFill>
                <a:srgbClr val="FF0000"/>
              </a:solidFill>
            </a:endParaRPr>
          </a:p>
        </p:txBody>
      </p:sp>
      <p:cxnSp>
        <p:nvCxnSpPr>
          <p:cNvPr id="8" name="直接箭头连接符 7"/>
          <p:cNvCxnSpPr/>
          <p:nvPr/>
        </p:nvCxnSpPr>
        <p:spPr>
          <a:xfrm flipH="1">
            <a:off x="4147820" y="1047750"/>
            <a:ext cx="99060" cy="21018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9" name="文本框 8"/>
          <p:cNvSpPr txBox="1"/>
          <p:nvPr/>
        </p:nvSpPr>
        <p:spPr>
          <a:xfrm>
            <a:off x="328930" y="1189990"/>
            <a:ext cx="115119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Latent data have low rank while a small number of elements are polluted by noise.</a:t>
            </a:r>
            <a:endParaRPr lang="en-US" altLang="zh-CN">
              <a:solidFill>
                <a:srgbClr val="FF000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文本框 9"/>
              <p:cNvSpPr txBox="1"/>
              <p:nvPr/>
            </p:nvSpPr>
            <p:spPr>
              <a:xfrm>
                <a:off x="328930" y="1563370"/>
                <a:ext cx="8791575" cy="368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14:m>
                  <m:oMath xmlns:m="http://schemas.openxmlformats.org/officeDocument/2006/math">
                    <m:r>
                      <a:rPr lang="en-US" altLang="zh-CN" i="1">
                        <a:solidFill>
                          <a:schemeClr val="accent2"/>
                        </a:solidFill>
                        <a:effectLst>
                          <a:reflection blurRad="6350" stA="53000" endA="300" endPos="35500" dir="5400000" sy="-90000" algn="bl" rotWithShape="0"/>
                        </a:effectLst>
                        <a:latin typeface="Cambria Math" panose="02040503050406030204" charset="0"/>
                        <a:cs typeface="Cambria Math" panose="02040503050406030204" charset="0"/>
                      </a:rPr>
                      <m:t>𝑚𝑖𝑛</m:t>
                    </m:r>
                    <m:r>
                      <a:rPr lang="en-US" altLang="zh-CN" i="1">
                        <a:solidFill>
                          <a:schemeClr val="accent2"/>
                        </a:solidFill>
                        <a:effectLst>
                          <a:reflection blurRad="6350" stA="53000" endA="300" endPos="35500" dir="5400000" sy="-90000" algn="bl" rotWithShape="0"/>
                        </a:effectLst>
                        <a:latin typeface="Cambria Math" panose="02040503050406030204" charset="0"/>
                        <a:cs typeface="Cambria Math" panose="02040503050406030204" charset="0"/>
                      </a:rPr>
                      <m:t>  </m:t>
                    </m:r>
                    <m:r>
                      <a:rPr lang="en-US" altLang="zh-CN" i="1">
                        <a:solidFill>
                          <a:schemeClr val="accent2"/>
                        </a:solidFill>
                        <a:effectLst>
                          <a:reflection blurRad="6350" stA="53000" endA="300" endPos="35500" dir="5400000" sy="-90000" algn="bl" rotWithShape="0"/>
                        </a:effectLst>
                        <a:latin typeface="Cambria Math" panose="02040503050406030204" charset="0"/>
                        <a:cs typeface="Cambria Math" panose="02040503050406030204" charset="0"/>
                      </a:rPr>
                      <m:t>𝑟𝑎𝑛𝑘</m:t>
                    </m:r>
                    <m:r>
                      <a:rPr lang="en-US" altLang="zh-CN" i="1">
                        <a:solidFill>
                          <a:schemeClr val="accent2"/>
                        </a:solidFill>
                        <a:effectLst>
                          <a:reflection blurRad="6350" stA="53000" endA="300" endPos="35500" dir="5400000" sy="-90000" algn="bl" rotWithShape="0"/>
                        </a:effectLst>
                        <a:latin typeface="Cambria Math" panose="02040503050406030204" charset="0"/>
                        <a:cs typeface="Cambria Math" panose="02040503050406030204" charset="0"/>
                      </a:rPr>
                      <m:t>(</m:t>
                    </m:r>
                    <m:r>
                      <a:rPr lang="en-US" altLang="zh-CN" i="1">
                        <a:solidFill>
                          <a:schemeClr val="accent2"/>
                        </a:solidFill>
                        <a:effectLst>
                          <a:reflection blurRad="6350" stA="53000" endA="300" endPos="35500" dir="5400000" sy="-90000" algn="bl" rotWithShape="0"/>
                        </a:effectLst>
                        <a:latin typeface="Cambria Math" panose="02040503050406030204" charset="0"/>
                        <a:cs typeface="Cambria Math" panose="02040503050406030204" charset="0"/>
                      </a:rPr>
                      <m:t>𝐴</m:t>
                    </m:r>
                    <m:r>
                      <a:rPr lang="en-US" altLang="zh-CN" i="1">
                        <a:solidFill>
                          <a:schemeClr val="accent2"/>
                        </a:solidFill>
                        <a:effectLst>
                          <a:reflection blurRad="6350" stA="53000" endA="300" endPos="35500" dir="5400000" sy="-90000" algn="bl" rotWithShape="0"/>
                        </a:effectLst>
                        <a:latin typeface="Cambria Math" panose="02040503050406030204" charset="0"/>
                        <a:cs typeface="Cambria Math" panose="02040503050406030204" charset="0"/>
                      </a:rPr>
                      <m:t>)+</m:t>
                    </m:r>
                    <m:r>
                      <a:rPr lang="en-US" altLang="zh-CN" i="1">
                        <a:solidFill>
                          <a:schemeClr val="accent2"/>
                        </a:solidFill>
                        <a:effectLst>
                          <a:reflection blurRad="6350" stA="53000" endA="300" endPos="35500" dir="5400000" sy="-90000" algn="bl" rotWithShape="0"/>
                        </a:effectLst>
                        <a:latin typeface="Cambria Math" panose="02040503050406030204" charset="0"/>
                        <a:cs typeface="Cambria Math" panose="02040503050406030204" charset="0"/>
                      </a:rPr>
                      <m:t>𝜆</m:t>
                    </m:r>
                    <m:sSub>
                      <m:sSubPr>
                        <m:ctrlPr>
                          <a:rPr lang="en-US" altLang="zh-CN" i="1">
                            <a:solidFill>
                              <a:schemeClr val="accent2"/>
                            </a:solidFill>
                            <a:effectLst>
                              <a:reflection blurRad="6350" stA="53000" endA="300" endPos="35500" dir="5400000" sy="-90000" algn="bl" rotWithShape="0"/>
                            </a:effectLst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altLang="zh-CN" i="1">
                                <a:solidFill>
                                  <a:schemeClr val="accent2"/>
                                </a:solidFill>
                                <a:effectLst>
                                  <a:reflection blurRad="6350" stA="53000" endA="300" endPos="35500" dir="5400000" sy="-90000" algn="bl" rotWithShape="0"/>
                                </a:effectLst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solidFill>
                                  <a:schemeClr val="accent2"/>
                                </a:solidFill>
                                <a:effectLst>
                                  <a:reflection blurRad="6350" stA="53000" endA="300" endPos="35500" dir="5400000" sy="-90000" algn="bl" rotWithShape="0"/>
                                </a:effectLst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𝐸</m:t>
                            </m:r>
                          </m:e>
                        </m:d>
                      </m:e>
                      <m:sub>
                        <m:r>
                          <a:rPr lang="en-US" altLang="zh-CN" i="1">
                            <a:solidFill>
                              <a:schemeClr val="accent2"/>
                            </a:solidFill>
                            <a:effectLst>
                              <a:reflection blurRad="6350" stA="53000" endA="300" endPos="35500" dir="5400000" sy="-90000" algn="bl" rotWithShape="0"/>
                            </a:effectLst>
                            <a:latin typeface="Cambria Math" panose="02040503050406030204" charset="0"/>
                            <a:cs typeface="Cambria Math" panose="02040503050406030204" charset="0"/>
                          </a:rPr>
                          <m:t>0</m:t>
                        </m:r>
                      </m:sub>
                    </m:sSub>
                    <m:r>
                      <a:rPr lang="en-US" altLang="zh-CN" i="1">
                        <a:solidFill>
                          <a:schemeClr val="accent2"/>
                        </a:solidFill>
                        <a:effectLst>
                          <a:reflection blurRad="6350" stA="53000" endA="300" endPos="35500" dir="5400000" sy="-90000" algn="bl" rotWithShape="0"/>
                        </a:effectLst>
                        <a:latin typeface="Cambria Math" panose="02040503050406030204" charset="0"/>
                        <a:cs typeface="Cambria Math" panose="02040503050406030204" charset="0"/>
                      </a:rPr>
                      <m:t>    </m:t>
                    </m:r>
                    <m:r>
                      <a:rPr lang="en-US" altLang="zh-CN" i="1">
                        <a:solidFill>
                          <a:schemeClr val="accent2"/>
                        </a:solidFill>
                        <a:effectLst>
                          <a:reflection blurRad="6350" stA="53000" endA="300" endPos="35500" dir="5400000" sy="-90000" algn="bl" rotWithShape="0"/>
                        </a:effectLst>
                        <a:latin typeface="Cambria Math" panose="02040503050406030204" charset="0"/>
                        <a:cs typeface="Cambria Math" panose="02040503050406030204" charset="0"/>
                      </a:rPr>
                      <m:t>𝑠𝑢𝑏𝑗𝑒𝑐𝑡</m:t>
                    </m:r>
                    <m:r>
                      <a:rPr lang="en-US" altLang="zh-CN" i="1">
                        <a:solidFill>
                          <a:schemeClr val="accent2"/>
                        </a:solidFill>
                        <a:effectLst>
                          <a:reflection blurRad="6350" stA="53000" endA="300" endPos="35500" dir="5400000" sy="-90000" algn="bl" rotWithShape="0"/>
                        </a:effectLst>
                        <a:latin typeface="Cambria Math" panose="02040503050406030204" charset="0"/>
                        <a:cs typeface="Cambria Math" panose="02040503050406030204" charset="0"/>
                      </a:rPr>
                      <m:t> </m:t>
                    </m:r>
                    <m:r>
                      <a:rPr lang="en-US" altLang="zh-CN" i="1">
                        <a:solidFill>
                          <a:schemeClr val="accent2"/>
                        </a:solidFill>
                        <a:effectLst>
                          <a:reflection blurRad="6350" stA="53000" endA="300" endPos="35500" dir="5400000" sy="-90000" algn="bl" rotWithShape="0"/>
                        </a:effectLst>
                        <a:latin typeface="Cambria Math" panose="02040503050406030204" charset="0"/>
                        <a:cs typeface="Cambria Math" panose="02040503050406030204" charset="0"/>
                      </a:rPr>
                      <m:t>𝑡𝑜</m:t>
                    </m:r>
                    <m:r>
                      <a:rPr lang="en-US" altLang="zh-CN" i="1">
                        <a:solidFill>
                          <a:schemeClr val="accent2"/>
                        </a:solidFill>
                        <a:effectLst>
                          <a:reflection blurRad="6350" stA="53000" endA="300" endPos="35500" dir="5400000" sy="-90000" algn="bl" rotWithShape="0"/>
                        </a:effectLst>
                        <a:latin typeface="Cambria Math" panose="02040503050406030204" charset="0"/>
                        <a:cs typeface="Cambria Math" panose="02040503050406030204" charset="0"/>
                      </a:rPr>
                      <m:t> </m:t>
                    </m:r>
                    <m:r>
                      <a:rPr lang="en-US" altLang="zh-CN" i="1">
                        <a:solidFill>
                          <a:schemeClr val="accent2"/>
                        </a:solidFill>
                        <a:effectLst>
                          <a:reflection blurRad="6350" stA="53000" endA="300" endPos="35500" dir="5400000" sy="-90000" algn="bl" rotWithShape="0"/>
                        </a:effectLst>
                        <a:latin typeface="Cambria Math" panose="02040503050406030204" charset="0"/>
                        <a:cs typeface="Cambria Math" panose="02040503050406030204" charset="0"/>
                      </a:rPr>
                      <m:t>𝐷</m:t>
                    </m:r>
                    <m:r>
                      <a:rPr lang="en-US" altLang="zh-CN" i="1">
                        <a:solidFill>
                          <a:schemeClr val="accent2"/>
                        </a:solidFill>
                        <a:effectLst>
                          <a:reflection blurRad="6350" stA="53000" endA="300" endPos="35500" dir="5400000" sy="-90000" algn="bl" rotWithShape="0"/>
                        </a:effectLst>
                        <a:latin typeface="Cambria Math" panose="02040503050406030204" charset="0"/>
                        <a:cs typeface="Cambria Math" panose="02040503050406030204" charset="0"/>
                      </a:rPr>
                      <m:t>=</m:t>
                    </m:r>
                    <m:r>
                      <a:rPr lang="en-US" altLang="zh-CN" i="1">
                        <a:solidFill>
                          <a:schemeClr val="accent2"/>
                        </a:solidFill>
                        <a:effectLst>
                          <a:reflection blurRad="6350" stA="53000" endA="300" endPos="35500" dir="5400000" sy="-90000" algn="bl" rotWithShape="0"/>
                        </a:effectLst>
                        <a:latin typeface="Cambria Math" panose="02040503050406030204" charset="0"/>
                        <a:cs typeface="Cambria Math" panose="02040503050406030204" charset="0"/>
                      </a:rPr>
                      <m:t>𝐴</m:t>
                    </m:r>
                    <m:r>
                      <a:rPr lang="en-US" altLang="zh-CN" i="1">
                        <a:solidFill>
                          <a:schemeClr val="accent2"/>
                        </a:solidFill>
                        <a:effectLst>
                          <a:reflection blurRad="6350" stA="53000" endA="300" endPos="35500" dir="5400000" sy="-90000" algn="bl" rotWithShape="0"/>
                        </a:effectLst>
                        <a:latin typeface="Cambria Math" panose="02040503050406030204" charset="0"/>
                        <a:cs typeface="Cambria Math" panose="02040503050406030204" charset="0"/>
                      </a:rPr>
                      <m:t>+</m:t>
                    </m:r>
                    <m:r>
                      <a:rPr lang="en-US" altLang="zh-CN" i="1">
                        <a:solidFill>
                          <a:schemeClr val="accent2"/>
                        </a:solidFill>
                        <a:effectLst>
                          <a:reflection blurRad="6350" stA="53000" endA="300" endPos="35500" dir="5400000" sy="-90000" algn="bl" rotWithShape="0"/>
                        </a:effectLst>
                        <a:latin typeface="Cambria Math" panose="02040503050406030204" charset="0"/>
                        <a:cs typeface="Cambria Math" panose="02040503050406030204" charset="0"/>
                      </a:rPr>
                      <m:t>𝐸</m:t>
                    </m:r>
                  </m:oMath>
                </a14:m>
                <a:r>
                  <a:rPr lang="en-US" altLang="zh-CN">
                    <a:solidFill>
                      <a:schemeClr val="accent2"/>
                    </a:solidFill>
                    <a:effectLst>
                      <a:reflection blurRad="6350" stA="53000" endA="300" endPos="35500" dir="5400000" sy="-90000" algn="bl" rotWithShape="0"/>
                    </a:effectLst>
                  </a:rPr>
                  <a:t> </a:t>
                </a:r>
                <a:endParaRPr lang="en-US" altLang="zh-CN">
                  <a:solidFill>
                    <a:schemeClr val="accent2"/>
                  </a:solidFill>
                  <a:effectLst>
                    <a:reflection blurRad="6350" stA="53000" endA="300" endPos="35500" dir="5400000" sy="-90000" algn="bl" rotWithShape="0"/>
                  </a:effectLst>
                </a:endParaRPr>
              </a:p>
            </p:txBody>
          </p:sp>
        </mc:Choice>
        <mc:Fallback>
          <p:sp>
            <p:nvSpPr>
              <p:cNvPr id="10" name="文本框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8930" y="1563370"/>
                <a:ext cx="8791575" cy="368300"/>
              </a:xfrm>
              <a:prstGeom prst="rect">
                <a:avLst/>
              </a:prstGeom>
              <a:blipFill rotWithShape="1">
                <a:blip r:embed="rId1"/>
                <a:stretch>
                  <a:fillRect b="-3258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文本框 10"/>
          <p:cNvSpPr txBox="1"/>
          <p:nvPr/>
        </p:nvSpPr>
        <p:spPr>
          <a:xfrm>
            <a:off x="317500" y="1959610"/>
            <a:ext cx="76542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We approximately estimate LHS of the formula above:</a:t>
            </a:r>
            <a:endParaRPr lang="en-US" altLang="zh-CN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450850" y="1811655"/>
            <a:ext cx="8829040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900" i="1">
                <a:solidFill>
                  <a:schemeClr val="accent2"/>
                </a:solidFill>
              </a:rPr>
              <a:t>A,E</a:t>
            </a:r>
            <a:endParaRPr lang="en-US" altLang="zh-CN" sz="900" i="1">
              <a:solidFill>
                <a:schemeClr val="accent2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文本框 12"/>
              <p:cNvSpPr txBox="1"/>
              <p:nvPr/>
            </p:nvSpPr>
            <p:spPr>
              <a:xfrm>
                <a:off x="328930" y="2321560"/>
                <a:ext cx="6522720" cy="368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14:m>
                  <m:oMath xmlns:m="http://schemas.openxmlformats.org/officeDocument/2006/math">
                    <m:r>
                      <a:rPr lang="en-US" altLang="zh-CN" i="1">
                        <a:solidFill>
                          <a:schemeClr val="accent2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𝑚𝑖𝑛</m:t>
                    </m:r>
                    <m:r>
                      <a:rPr lang="en-US" altLang="zh-CN" i="1">
                        <a:solidFill>
                          <a:schemeClr val="accent2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  </m:t>
                    </m:r>
                    <m:sSub>
                      <m:sSubPr>
                        <m:ctrlPr>
                          <a:rPr lang="en-US" altLang="zh-CN" i="1">
                            <a:solidFill>
                              <a:schemeClr val="accent2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altLang="zh-CN" i="1">
                                <a:solidFill>
                                  <a:schemeClr val="accent2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solidFill>
                                  <a:schemeClr val="accent2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𝐴</m:t>
                            </m:r>
                          </m:e>
                        </m:d>
                      </m:e>
                      <m:sub>
                        <m:r>
                          <a:rPr lang="en-US" altLang="zh-CN" i="1">
                            <a:solidFill>
                              <a:schemeClr val="accent2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∗</m:t>
                        </m:r>
                      </m:sub>
                    </m:sSub>
                    <m:r>
                      <a:rPr lang="en-US" altLang="zh-CN" i="1">
                        <a:solidFill>
                          <a:schemeClr val="accent2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+</m:t>
                    </m:r>
                    <m:r>
                      <a:rPr lang="en-US" altLang="zh-CN" i="1">
                        <a:solidFill>
                          <a:schemeClr val="accent2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𝜆</m:t>
                    </m:r>
                    <m:sSub>
                      <m:sSubPr>
                        <m:ctrlPr>
                          <a:rPr lang="en-US" altLang="zh-CN" i="1">
                            <a:solidFill>
                              <a:schemeClr val="accent2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altLang="zh-CN" i="1">
                                <a:solidFill>
                                  <a:schemeClr val="accent2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solidFill>
                                  <a:schemeClr val="accent2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𝐸</m:t>
                            </m:r>
                          </m:e>
                        </m:d>
                      </m:e>
                      <m:sub>
                        <m:r>
                          <a:rPr lang="en-US" altLang="zh-CN" i="1">
                            <a:solidFill>
                              <a:schemeClr val="accent2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1</m:t>
                        </m:r>
                      </m:sub>
                    </m:sSub>
                    <m:r>
                      <a:rPr lang="en-US" altLang="zh-CN" i="1">
                        <a:solidFill>
                          <a:schemeClr val="accent2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    </m:t>
                    </m:r>
                    <m:r>
                      <a:rPr lang="en-US" altLang="zh-CN" i="1">
                        <a:solidFill>
                          <a:schemeClr val="accent2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𝑠𝑢𝑏𝑗𝑒𝑐𝑡</m:t>
                    </m:r>
                    <m:r>
                      <a:rPr lang="en-US" altLang="zh-CN" i="1">
                        <a:solidFill>
                          <a:schemeClr val="accent2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 </m:t>
                    </m:r>
                    <m:r>
                      <a:rPr lang="en-US" altLang="zh-CN" i="1">
                        <a:solidFill>
                          <a:schemeClr val="accent2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𝑡𝑜</m:t>
                    </m:r>
                    <m:r>
                      <a:rPr lang="en-US" altLang="zh-CN" i="1">
                        <a:solidFill>
                          <a:schemeClr val="accent2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 </m:t>
                    </m:r>
                    <m:r>
                      <a:rPr lang="en-US" altLang="zh-CN" i="1">
                        <a:solidFill>
                          <a:schemeClr val="accent2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𝐷</m:t>
                    </m:r>
                    <m:r>
                      <a:rPr lang="en-US" altLang="zh-CN" i="1">
                        <a:solidFill>
                          <a:schemeClr val="accent2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=</m:t>
                    </m:r>
                    <m:r>
                      <a:rPr lang="en-US" altLang="zh-CN" i="1">
                        <a:solidFill>
                          <a:schemeClr val="accent2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𝐴</m:t>
                    </m:r>
                    <m:r>
                      <a:rPr lang="en-US" altLang="zh-CN" i="1">
                        <a:solidFill>
                          <a:schemeClr val="accent2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+</m:t>
                    </m:r>
                    <m:r>
                      <a:rPr lang="en-US" altLang="zh-CN" i="1">
                        <a:solidFill>
                          <a:schemeClr val="accent2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𝐸</m:t>
                    </m:r>
                  </m:oMath>
                </a14:m>
                <a:r>
                  <a:rPr lang="en-US" altLang="zh-CN">
                    <a:solidFill>
                      <a:schemeClr val="accent2"/>
                    </a:solidFill>
                  </a:rPr>
                  <a:t> </a:t>
                </a:r>
                <a:endParaRPr lang="en-US" altLang="zh-CN">
                  <a:solidFill>
                    <a:schemeClr val="accent2"/>
                  </a:solidFill>
                </a:endParaRPr>
              </a:p>
            </p:txBody>
          </p:sp>
        </mc:Choice>
        <mc:Fallback>
          <p:sp>
            <p:nvSpPr>
              <p:cNvPr id="13" name="文本框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8930" y="2321560"/>
                <a:ext cx="6522720" cy="368300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文本框 13"/>
          <p:cNvSpPr txBox="1"/>
          <p:nvPr/>
        </p:nvSpPr>
        <p:spPr>
          <a:xfrm>
            <a:off x="450850" y="2548890"/>
            <a:ext cx="8829040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900" i="1">
                <a:solidFill>
                  <a:schemeClr val="accent2"/>
                </a:solidFill>
              </a:rPr>
              <a:t>A,E</a:t>
            </a:r>
            <a:endParaRPr lang="en-US" altLang="zh-CN" sz="900" i="1">
              <a:solidFill>
                <a:schemeClr val="accent2"/>
              </a:solidFill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328930" y="2729230"/>
            <a:ext cx="58489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We basically think of ALM:</a:t>
            </a:r>
            <a:endParaRPr lang="en-US" altLang="zh-CN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文本框 15"/>
              <p:cNvSpPr txBox="1"/>
              <p:nvPr/>
            </p:nvSpPr>
            <p:spPr>
              <a:xfrm>
                <a:off x="323215" y="3079750"/>
                <a:ext cx="7962900" cy="10242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>
                    <a:solidFill>
                      <a:schemeClr val="accent1"/>
                    </a:solidFill>
                    <a:effectLst>
                      <a:outerShdw blurRad="38100" dist="25400" dir="5400000" algn="ctr" rotWithShape="0">
                        <a:srgbClr val="6E747A">
                          <a:alpha val="43000"/>
                        </a:srgbClr>
                      </a:outerShdw>
                    </a:effectLst>
                  </a:rPr>
                  <a:t>We intend to find the minimum of functions below:</a:t>
                </a:r>
                <a:endParaRPr lang="en-US" altLang="zh-CN"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solidFill>
                            <a:schemeClr val="accent2"/>
                          </a:solidFill>
                          <a:latin typeface="Cambria Math" panose="02040503050406030204" charset="0"/>
                          <a:cs typeface="Cambria Math" panose="02040503050406030204" charset="0"/>
                        </a:rPr>
                        <m:t>𝑚𝑖𝑛</m:t>
                      </m:r>
                      <m:r>
                        <a:rPr lang="en-US" altLang="zh-CN" i="1">
                          <a:solidFill>
                            <a:schemeClr val="accent2"/>
                          </a:solidFill>
                          <a:latin typeface="Cambria Math" panose="02040503050406030204" charset="0"/>
                          <a:cs typeface="Cambria Math" panose="02040503050406030204" charset="0"/>
                        </a:rPr>
                        <m:t>  </m:t>
                      </m:r>
                      <m:f>
                        <m:fPr>
                          <m:ctrlPr>
                            <a:rPr lang="en-US" altLang="zh-CN" i="1">
                              <a:solidFill>
                                <a:schemeClr val="accent2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solidFill>
                                <a:schemeClr val="accent2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𝜆</m:t>
                          </m:r>
                        </m:num>
                        <m:den>
                          <m:r>
                            <a:rPr lang="en-US" altLang="zh-CN" i="1">
                              <a:solidFill>
                                <a:schemeClr val="accent2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𝜇</m:t>
                          </m:r>
                        </m:den>
                      </m:f>
                      <m:sSub>
                        <m:sSubPr>
                          <m:ctrlPr>
                            <a:rPr lang="en-US" altLang="zh-CN" i="1">
                              <a:solidFill>
                                <a:schemeClr val="accent2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altLang="zh-CN" i="1">
                                  <a:solidFill>
                                    <a:schemeClr val="accent2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dPr>
                            <m:e>
                              <m:r>
                                <a:rPr lang="en-US" altLang="zh-CN" i="1">
                                  <a:solidFill>
                                    <a:schemeClr val="accent2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𝐸</m:t>
                              </m:r>
                            </m:e>
                          </m:d>
                        </m:e>
                        <m:sub>
                          <m:r>
                            <a:rPr lang="en-US" altLang="zh-CN" i="1">
                              <a:solidFill>
                                <a:schemeClr val="accent2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i="1">
                          <a:solidFill>
                            <a:schemeClr val="accent2"/>
                          </a:solidFill>
                          <a:latin typeface="Cambria Math" panose="02040503050406030204" charset="0"/>
                          <a:cs typeface="Cambria Math" panose="02040503050406030204" charset="0"/>
                        </a:rPr>
                        <m:t>+</m:t>
                      </m:r>
                      <m:f>
                        <m:fPr>
                          <m:ctrlPr>
                            <a:rPr lang="en-US" altLang="zh-CN" i="1">
                              <a:solidFill>
                                <a:schemeClr val="accent2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solidFill>
                                <a:schemeClr val="accent2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i="1">
                              <a:solidFill>
                                <a:schemeClr val="accent2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2</m:t>
                          </m:r>
                        </m:den>
                      </m:f>
                      <m:sSubSup>
                        <m:sSubSupPr>
                          <m:ctrlPr>
                            <a:rPr lang="en-US" altLang="zh-CN" i="1">
                              <a:solidFill>
                                <a:schemeClr val="accent2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Sup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altLang="zh-CN" i="1">
                                  <a:solidFill>
                                    <a:schemeClr val="accent2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dPr>
                            <m:e>
                              <m:r>
                                <a:rPr lang="en-US" altLang="zh-CN" i="1">
                                  <a:solidFill>
                                    <a:schemeClr val="accent2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𝐸</m:t>
                              </m:r>
                              <m:r>
                                <a:rPr lang="en-US" altLang="zh-CN" i="1">
                                  <a:solidFill>
                                    <a:schemeClr val="accent2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−</m:t>
                              </m:r>
                              <m:r>
                                <a:rPr lang="en-US" altLang="zh-CN" i="1">
                                  <a:solidFill>
                                    <a:schemeClr val="accent2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(</m:t>
                              </m:r>
                              <m:r>
                                <a:rPr lang="en-US" altLang="zh-CN" i="1">
                                  <a:solidFill>
                                    <a:schemeClr val="accent2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𝐷</m:t>
                              </m:r>
                              <m:r>
                                <a:rPr lang="en-US" altLang="zh-CN" i="1">
                                  <a:solidFill>
                                    <a:schemeClr val="accent2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−</m:t>
                              </m:r>
                              <m:r>
                                <a:rPr lang="en-US" altLang="zh-CN" i="1">
                                  <a:solidFill>
                                    <a:schemeClr val="accent2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𝐴</m:t>
                              </m:r>
                              <m:r>
                                <a:rPr lang="en-US" altLang="zh-CN" i="1">
                                  <a:solidFill>
                                    <a:schemeClr val="accent2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US" altLang="zh-CN" i="1">
                                      <a:solidFill>
                                        <a:schemeClr val="accent2"/>
                                      </a:solidFill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i="1">
                                      <a:solidFill>
                                        <a:schemeClr val="accent2"/>
                                      </a:solidFill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𝑌</m:t>
                                  </m:r>
                                </m:num>
                                <m:den>
                                  <m:r>
                                    <a:rPr lang="en-US" altLang="zh-CN" i="1">
                                      <a:solidFill>
                                        <a:schemeClr val="accent2"/>
                                      </a:solidFill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𝜇</m:t>
                                  </m:r>
                                </m:den>
                              </m:f>
                              <m:r>
                                <a:rPr lang="en-US" altLang="zh-CN" i="1">
                                  <a:solidFill>
                                    <a:schemeClr val="accent2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)</m:t>
                              </m:r>
                            </m:e>
                          </m:d>
                        </m:e>
                        <m:sub>
                          <m:r>
                            <a:rPr lang="en-US" altLang="zh-CN" i="1">
                              <a:solidFill>
                                <a:schemeClr val="accent2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𝐹</m:t>
                          </m:r>
                          <m:r>
                            <a:rPr lang="en-US" altLang="zh-CN" i="1">
                              <a:solidFill>
                                <a:schemeClr val="accent2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 </m:t>
                          </m:r>
                        </m:sub>
                        <m:sup>
                          <m:r>
                            <a:rPr lang="en-US" altLang="zh-CN" i="1">
                              <a:solidFill>
                                <a:schemeClr val="accent2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2</m:t>
                          </m:r>
                        </m:sup>
                      </m:sSubSup>
                      <m:r>
                        <a:rPr lang="en-US" altLang="zh-CN" i="1">
                          <a:solidFill>
                            <a:schemeClr val="accent2"/>
                          </a:solidFill>
                          <a:latin typeface="Cambria Math" panose="02040503050406030204" charset="0"/>
                          <a:cs typeface="Cambria Math" panose="02040503050406030204" charset="0"/>
                        </a:rPr>
                        <m:t>  </m:t>
                      </m:r>
                      <m:r>
                        <a:rPr lang="en-US" altLang="zh-CN" i="1">
                          <a:solidFill>
                            <a:schemeClr val="accent2"/>
                          </a:solidFill>
                          <a:latin typeface="Cambria Math" panose="02040503050406030204" charset="0"/>
                          <a:cs typeface="Cambria Math" panose="02040503050406030204" charset="0"/>
                        </a:rPr>
                        <m:t>𝑚𝑖𝑛</m:t>
                      </m:r>
                      <m:r>
                        <a:rPr lang="en-US" altLang="zh-CN" i="1">
                          <a:solidFill>
                            <a:schemeClr val="accent2"/>
                          </a:solidFill>
                          <a:latin typeface="Cambria Math" panose="02040503050406030204" charset="0"/>
                          <a:cs typeface="Cambria Math" panose="02040503050406030204" charset="0"/>
                        </a:rPr>
                        <m:t> </m:t>
                      </m:r>
                      <m:f>
                        <m:fPr>
                          <m:ctrlPr>
                            <a:rPr lang="en-US" altLang="zh-CN" i="1">
                              <a:solidFill>
                                <a:schemeClr val="accent2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solidFill>
                                <a:schemeClr val="accent2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i="1">
                              <a:solidFill>
                                <a:schemeClr val="accent2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𝜇</m:t>
                          </m:r>
                        </m:den>
                      </m:f>
                      <m:sSub>
                        <m:sSubPr>
                          <m:ctrlPr>
                            <a:rPr lang="en-US" altLang="zh-CN" i="1">
                              <a:solidFill>
                                <a:schemeClr val="accent2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altLang="zh-CN" i="1">
                                  <a:solidFill>
                                    <a:schemeClr val="accent2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dPr>
                            <m:e>
                              <m:r>
                                <a:rPr lang="en-US" altLang="zh-CN" i="1">
                                  <a:solidFill>
                                    <a:schemeClr val="accent2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𝐴</m:t>
                              </m:r>
                            </m:e>
                          </m:d>
                        </m:e>
                        <m:sub>
                          <m:r>
                            <a:rPr lang="en-US" altLang="zh-CN" i="1">
                              <a:solidFill>
                                <a:schemeClr val="accent2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∗</m:t>
                          </m:r>
                        </m:sub>
                      </m:sSub>
                      <m:r>
                        <a:rPr lang="en-US" altLang="zh-CN" i="1">
                          <a:solidFill>
                            <a:schemeClr val="accent2"/>
                          </a:solidFill>
                          <a:latin typeface="Cambria Math" panose="02040503050406030204" charset="0"/>
                          <a:cs typeface="Cambria Math" panose="02040503050406030204" charset="0"/>
                        </a:rPr>
                        <m:t>+</m:t>
                      </m:r>
                      <m:f>
                        <m:fPr>
                          <m:ctrlPr>
                            <a:rPr lang="en-US" altLang="zh-CN" i="1">
                              <a:solidFill>
                                <a:schemeClr val="accent2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solidFill>
                                <a:schemeClr val="accent2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i="1">
                              <a:solidFill>
                                <a:schemeClr val="accent2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2</m:t>
                          </m:r>
                        </m:den>
                      </m:f>
                      <m:sSubSup>
                        <m:sSubSupPr>
                          <m:ctrlPr>
                            <a:rPr lang="en-US" altLang="zh-CN" i="1">
                              <a:solidFill>
                                <a:schemeClr val="accent2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Sup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altLang="zh-CN" i="1">
                                  <a:solidFill>
                                    <a:schemeClr val="accent2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dPr>
                            <m:e>
                              <m:r>
                                <a:rPr lang="en-US" altLang="zh-CN" i="1">
                                  <a:solidFill>
                                    <a:schemeClr val="accent2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𝐴</m:t>
                              </m:r>
                              <m:r>
                                <a:rPr lang="en-US" altLang="zh-CN" i="1">
                                  <a:solidFill>
                                    <a:schemeClr val="accent2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−</m:t>
                              </m:r>
                              <m:r>
                                <a:rPr lang="en-US" altLang="zh-CN" i="1">
                                  <a:solidFill>
                                    <a:schemeClr val="accent2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(</m:t>
                              </m:r>
                              <m:r>
                                <a:rPr lang="en-US" altLang="zh-CN" i="1">
                                  <a:solidFill>
                                    <a:schemeClr val="accent2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𝐷</m:t>
                              </m:r>
                              <m:r>
                                <a:rPr lang="en-US" altLang="zh-CN" i="1">
                                  <a:solidFill>
                                    <a:schemeClr val="accent2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−</m:t>
                              </m:r>
                              <m:r>
                                <a:rPr lang="en-US" altLang="zh-CN" i="1">
                                  <a:solidFill>
                                    <a:schemeClr val="accent2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𝐸</m:t>
                              </m:r>
                              <m:r>
                                <a:rPr lang="en-US" altLang="zh-CN" i="1">
                                  <a:solidFill>
                                    <a:schemeClr val="accent2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US" altLang="zh-CN" i="1">
                                      <a:solidFill>
                                        <a:schemeClr val="accent2"/>
                                      </a:solidFill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i="1">
                                      <a:solidFill>
                                        <a:schemeClr val="accent2"/>
                                      </a:solidFill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𝑌</m:t>
                                  </m:r>
                                </m:num>
                                <m:den>
                                  <m:r>
                                    <a:rPr lang="en-US" altLang="zh-CN" i="1">
                                      <a:solidFill>
                                        <a:schemeClr val="accent2"/>
                                      </a:solidFill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𝜇</m:t>
                                  </m:r>
                                </m:den>
                              </m:f>
                              <m:r>
                                <a:rPr lang="en-US" altLang="zh-CN" i="1">
                                  <a:solidFill>
                                    <a:schemeClr val="accent2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)</m:t>
                              </m:r>
                            </m:e>
                          </m:d>
                        </m:e>
                        <m:sub>
                          <m:r>
                            <a:rPr lang="en-US" altLang="zh-CN" i="1">
                              <a:solidFill>
                                <a:schemeClr val="accent2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𝐹</m:t>
                          </m:r>
                        </m:sub>
                        <m:sup>
                          <m:r>
                            <a:rPr lang="en-US" altLang="zh-CN" i="1">
                              <a:solidFill>
                                <a:schemeClr val="accent2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US" altLang="zh-CN" i="1">
                  <a:solidFill>
                    <a:schemeClr val="accent2"/>
                  </a:solidFill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16" name="文本框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215" y="3079750"/>
                <a:ext cx="7962900" cy="1024255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文本框 17"/>
          <p:cNvSpPr txBox="1"/>
          <p:nvPr/>
        </p:nvSpPr>
        <p:spPr>
          <a:xfrm>
            <a:off x="738505" y="3769360"/>
            <a:ext cx="8829040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900" i="1">
                <a:solidFill>
                  <a:schemeClr val="accent2"/>
                </a:solidFill>
              </a:rPr>
              <a:t>E</a:t>
            </a:r>
            <a:endParaRPr lang="en-US" altLang="zh-CN" sz="900" i="1">
              <a:solidFill>
                <a:schemeClr val="accent2"/>
              </a:solidFill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1641475" y="4413885"/>
            <a:ext cx="8829040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900" i="1">
                <a:solidFill>
                  <a:schemeClr val="accent2"/>
                </a:solidFill>
              </a:rPr>
              <a:t>A</a:t>
            </a:r>
            <a:endParaRPr lang="en-US" altLang="zh-CN" sz="900" i="1">
              <a:solidFill>
                <a:schemeClr val="accent2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" name="文本框 19"/>
              <p:cNvSpPr txBox="1"/>
              <p:nvPr/>
            </p:nvSpPr>
            <p:spPr>
              <a:xfrm>
                <a:off x="346075" y="3912870"/>
                <a:ext cx="10176510" cy="5149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>
                    <a:solidFill>
                      <a:schemeClr val="accent1"/>
                    </a:solidFill>
                    <a:effectLst>
                      <a:outerShdw blurRad="38100" dist="25400" dir="5400000" algn="ctr" rotWithShape="0">
                        <a:srgbClr val="6E747A">
                          <a:alpha val="43000"/>
                        </a:srgbClr>
                      </a:outerShdw>
                    </a:effectLst>
                  </a:rPr>
                  <a:t>We assume that </a:t>
                </a:r>
                <a14:m>
                  <m:oMath xmlns:m="http://schemas.openxmlformats.org/officeDocument/2006/math">
                    <m:r>
                      <a:rPr lang="en-US" altLang="zh-CN" i="1">
                        <a:solidFill>
                          <a:schemeClr val="accent2"/>
                        </a:solidFill>
                        <a:effectLst>
                          <a:outerShdw blurRad="38100" dist="25400" dir="5400000" algn="ctr" rotWithShape="0">
                            <a:srgbClr val="6E747A">
                              <a:alpha val="43000"/>
                            </a:srgbClr>
                          </a:outerShdw>
                        </a:effectLst>
                        <a:latin typeface="Cambria Math" panose="02040503050406030204" charset="0"/>
                        <a:cs typeface="Cambria Math" panose="02040503050406030204" charset="0"/>
                      </a:rPr>
                      <m:t>𝐸</m:t>
                    </m:r>
                    <m:r>
                      <a:rPr lang="en-US" altLang="zh-CN" i="1">
                        <a:solidFill>
                          <a:schemeClr val="accent2"/>
                        </a:solidFill>
                        <a:effectLst>
                          <a:outerShdw blurRad="38100" dist="25400" dir="5400000" algn="ctr" rotWithShape="0">
                            <a:srgbClr val="6E747A">
                              <a:alpha val="43000"/>
                            </a:srgbClr>
                          </a:outerShdw>
                        </a:effectLst>
                        <a:latin typeface="Cambria Math" panose="02040503050406030204" charset="0"/>
                        <a:cs typeface="Cambria Math" panose="02040503050406030204" charset="0"/>
                      </a:rPr>
                      <m:t>=</m:t>
                    </m:r>
                    <m:r>
                      <a:rPr lang="en-US" altLang="zh-CN" i="1">
                        <a:solidFill>
                          <a:schemeClr val="accent2"/>
                        </a:solidFill>
                        <a:effectLst>
                          <a:outerShdw blurRad="38100" dist="25400" dir="5400000" algn="ctr" rotWithShape="0">
                            <a:srgbClr val="6E747A">
                              <a:alpha val="43000"/>
                            </a:srgbClr>
                          </a:outerShdw>
                        </a:effectLst>
                        <a:latin typeface="Cambria Math" panose="02040503050406030204" charset="0"/>
                        <a:cs typeface="Cambria Math" panose="02040503050406030204" charset="0"/>
                      </a:rPr>
                      <m:t>𝐷</m:t>
                    </m:r>
                    <m:r>
                      <a:rPr lang="en-US" altLang="zh-CN" i="1">
                        <a:solidFill>
                          <a:schemeClr val="accent2"/>
                        </a:solidFill>
                        <a:effectLst>
                          <a:outerShdw blurRad="38100" dist="25400" dir="5400000" algn="ctr" rotWithShape="0">
                            <a:srgbClr val="6E747A">
                              <a:alpha val="43000"/>
                            </a:srgbClr>
                          </a:outerShdw>
                        </a:effectLst>
                        <a:latin typeface="Cambria Math" panose="02040503050406030204" charset="0"/>
                        <a:cs typeface="Cambria Math" panose="02040503050406030204" charset="0"/>
                      </a:rPr>
                      <m:t>−</m:t>
                    </m:r>
                    <m:r>
                      <a:rPr lang="en-US" altLang="zh-CN" i="1">
                        <a:solidFill>
                          <a:schemeClr val="accent2"/>
                        </a:solidFill>
                        <a:effectLst>
                          <a:outerShdw blurRad="38100" dist="25400" dir="5400000" algn="ctr" rotWithShape="0">
                            <a:srgbClr val="6E747A">
                              <a:alpha val="43000"/>
                            </a:srgbClr>
                          </a:outerShdw>
                        </a:effectLst>
                        <a:latin typeface="Cambria Math" panose="02040503050406030204" charset="0"/>
                        <a:cs typeface="Cambria Math" panose="02040503050406030204" charset="0"/>
                      </a:rPr>
                      <m:t>𝐴</m:t>
                    </m:r>
                    <m:r>
                      <a:rPr lang="en-US" altLang="zh-CN" i="1">
                        <a:solidFill>
                          <a:schemeClr val="accent2"/>
                        </a:solidFill>
                        <a:effectLst>
                          <a:outerShdw blurRad="38100" dist="25400" dir="5400000" algn="ctr" rotWithShape="0">
                            <a:srgbClr val="6E747A">
                              <a:alpha val="43000"/>
                            </a:srgbClr>
                          </a:outerShdw>
                        </a:effectLst>
                        <a:latin typeface="Cambria Math" panose="02040503050406030204" charset="0"/>
                        <a:cs typeface="Cambria Math" panose="02040503050406030204" charset="0"/>
                      </a:rPr>
                      <m:t>+</m:t>
                    </m:r>
                    <m:f>
                      <m:fPr>
                        <m:ctrlPr>
                          <a:rPr lang="en-US" altLang="zh-CN" i="1">
                            <a:solidFill>
                              <a:schemeClr val="accent2"/>
                            </a:solidFill>
                            <a:effectLst>
                              <a:outerShdw blurRad="38100" dist="25400" dir="5400000" algn="ctr" rotWithShape="0">
                                <a:srgbClr val="6E747A">
                                  <a:alpha val="43000"/>
                                </a:srgbClr>
                              </a:outerShdw>
                            </a:effectLst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fPr>
                      <m:num>
                        <m:r>
                          <a:rPr lang="en-US" altLang="zh-CN" i="1">
                            <a:solidFill>
                              <a:schemeClr val="accent2"/>
                            </a:solidFill>
                            <a:effectLst>
                              <a:outerShdw blurRad="38100" dist="25400" dir="5400000" algn="ctr" rotWithShape="0">
                                <a:srgbClr val="6E747A">
                                  <a:alpha val="43000"/>
                                </a:srgbClr>
                              </a:outerShdw>
                            </a:effectLst>
                            <a:latin typeface="Cambria Math" panose="02040503050406030204" charset="0"/>
                            <a:cs typeface="Cambria Math" panose="02040503050406030204" charset="0"/>
                          </a:rPr>
                          <m:t>𝑌</m:t>
                        </m:r>
                      </m:num>
                      <m:den>
                        <m:r>
                          <a:rPr lang="en-US" altLang="zh-CN" i="1">
                            <a:solidFill>
                              <a:schemeClr val="accent2"/>
                            </a:solidFill>
                            <a:effectLst>
                              <a:outerShdw blurRad="38100" dist="25400" dir="5400000" algn="ctr" rotWithShape="0">
                                <a:srgbClr val="6E747A">
                                  <a:alpha val="43000"/>
                                </a:srgbClr>
                              </a:outerShdw>
                            </a:effectLst>
                            <a:latin typeface="Cambria Math" panose="02040503050406030204" charset="0"/>
                            <a:cs typeface="Cambria Math" panose="02040503050406030204" charset="0"/>
                          </a:rPr>
                          <m:t>𝜇</m:t>
                        </m:r>
                      </m:den>
                    </m:f>
                    <m:r>
                      <a:rPr lang="en-US" altLang="zh-CN" i="1">
                        <a:solidFill>
                          <a:schemeClr val="accent1"/>
                        </a:solidFill>
                        <a:effectLst>
                          <a:outerShdw blurRad="38100" dist="25400" dir="5400000" algn="ctr" rotWithShape="0">
                            <a:srgbClr val="6E747A">
                              <a:alpha val="43000"/>
                            </a:srgbClr>
                          </a:outerShdw>
                        </a:effectLst>
                        <a:latin typeface="Cambria Math" panose="02040503050406030204" charset="0"/>
                        <a:cs typeface="Cambria Math" panose="02040503050406030204" charset="0"/>
                      </a:rPr>
                      <m:t>.</m:t>
                    </m:r>
                  </m:oMath>
                </a14:m>
                <a:endParaRPr lang="en-US" altLang="zh-CN" i="1"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20" name="文本框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6075" y="3912870"/>
                <a:ext cx="10176510" cy="514985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文本框 20"/>
              <p:cNvSpPr txBox="1"/>
              <p:nvPr/>
            </p:nvSpPr>
            <p:spPr>
              <a:xfrm>
                <a:off x="280035" y="4429760"/>
                <a:ext cx="5477510" cy="2392680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</p:spPr>
            <p:txBody>
              <a:bodyPr wrap="square" rtlCol="0">
                <a:spAutoFit/>
              </a:bodyPr>
              <a:p>
                <a:r>
                  <a:rPr lang="en-US" altLang="zh-CN">
                    <a:solidFill>
                      <a:srgbClr val="7030A0"/>
                    </a:solidFill>
                  </a:rPr>
                  <a:t>Soft Threshold Operator:</a:t>
                </a:r>
                <a:endParaRPr lang="en-US" altLang="zh-CN">
                  <a:solidFill>
                    <a:srgbClr val="7030A0"/>
                  </a:solidFill>
                </a:endParaRPr>
              </a:p>
              <a:p>
                <a:r>
                  <a:rPr lang="en-US" altLang="zh-CN" sz="500">
                    <a:solidFill>
                      <a:srgbClr val="7030A0"/>
                    </a:solidFill>
                  </a:rPr>
                  <a:t> </a:t>
                </a:r>
                <a:endParaRPr lang="en-US" altLang="zh-CN" sz="500">
                  <a:solidFill>
                    <a:srgbClr val="7030A0"/>
                  </a:solidFill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solidFill>
                              <a:srgbClr val="7030A0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rgbClr val="7030A0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𝑇</m:t>
                        </m:r>
                      </m:e>
                      <m:sub>
                        <m:r>
                          <a:rPr lang="en-US" altLang="zh-CN" i="1">
                            <a:solidFill>
                              <a:srgbClr val="7030A0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𝜀</m:t>
                        </m:r>
                      </m:sub>
                    </m:sSub>
                    <m:r>
                      <a:rPr lang="en-US" altLang="zh-CN" i="1">
                        <a:solidFill>
                          <a:srgbClr val="7030A0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(</m:t>
                    </m:r>
                    <m:r>
                      <a:rPr lang="en-US" altLang="zh-CN" i="1">
                        <a:solidFill>
                          <a:srgbClr val="7030A0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𝑥</m:t>
                    </m:r>
                    <m:r>
                      <a:rPr lang="en-US" altLang="zh-CN" i="1">
                        <a:solidFill>
                          <a:srgbClr val="7030A0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)=</m:t>
                    </m:r>
                    <m:d>
                      <m:dPr>
                        <m:begChr m:val="{"/>
                        <m:endChr m:val=""/>
                        <m:ctrlPr>
                          <a:rPr lang="en-US" altLang="zh-CN" i="1">
                            <a:solidFill>
                              <a:srgbClr val="7030A0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zh-CN" i="1">
                                <a:solidFill>
                                  <a:srgbClr val="7030A0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eqArrPr>
                          <m:e>
                            <m:r>
                              <a:rPr lang="en-US" altLang="zh-CN" i="1">
                                <a:solidFill>
                                  <a:srgbClr val="7030A0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𝑥</m:t>
                            </m:r>
                            <m:r>
                              <a:rPr lang="en-US" altLang="zh-CN" i="1">
                                <a:solidFill>
                                  <a:srgbClr val="7030A0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−</m:t>
                            </m:r>
                            <m:r>
                              <a:rPr lang="en-US" altLang="zh-CN" i="1">
                                <a:solidFill>
                                  <a:srgbClr val="7030A0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𝜀</m:t>
                            </m:r>
                            <m:r>
                              <a:rPr lang="en-US" altLang="zh-CN" i="1">
                                <a:solidFill>
                                  <a:srgbClr val="7030A0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        </m:t>
                            </m:r>
                            <m:r>
                              <a:rPr lang="en-US" altLang="zh-CN" i="1">
                                <a:solidFill>
                                  <a:srgbClr val="7030A0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𝑖𝑓</m:t>
                            </m:r>
                            <m:r>
                              <a:rPr lang="en-US" altLang="zh-CN" i="1">
                                <a:solidFill>
                                  <a:srgbClr val="7030A0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 </m:t>
                            </m:r>
                            <m:r>
                              <a:rPr lang="en-US" altLang="zh-CN" i="1">
                                <a:solidFill>
                                  <a:srgbClr val="7030A0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𝑥</m:t>
                            </m:r>
                            <m:r>
                              <a:rPr lang="en-US" altLang="zh-CN" i="1">
                                <a:solidFill>
                                  <a:srgbClr val="7030A0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&gt;</m:t>
                            </m:r>
                            <m:r>
                              <a:rPr lang="en-US" altLang="zh-CN" i="1">
                                <a:solidFill>
                                  <a:srgbClr val="7030A0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𝜀</m:t>
                            </m:r>
                          </m:e>
                          <m:e>
                            <m:r>
                              <a:rPr lang="en-US" altLang="zh-CN" i="1">
                                <a:solidFill>
                                  <a:srgbClr val="7030A0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𝑥</m:t>
                            </m:r>
                            <m:r>
                              <a:rPr lang="en-US" altLang="zh-CN" i="1">
                                <a:solidFill>
                                  <a:srgbClr val="7030A0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+</m:t>
                            </m:r>
                            <m:r>
                              <a:rPr lang="en-US" altLang="zh-CN" i="1">
                                <a:solidFill>
                                  <a:srgbClr val="7030A0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𝜀</m:t>
                            </m:r>
                            <m:r>
                              <a:rPr lang="en-US" altLang="zh-CN" i="1">
                                <a:solidFill>
                                  <a:srgbClr val="7030A0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        </m:t>
                            </m:r>
                            <m:r>
                              <a:rPr lang="en-US" altLang="zh-CN" i="1">
                                <a:solidFill>
                                  <a:srgbClr val="7030A0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𝑖𝑓</m:t>
                            </m:r>
                            <m:r>
                              <a:rPr lang="en-US" altLang="zh-CN" i="1">
                                <a:solidFill>
                                  <a:srgbClr val="7030A0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 </m:t>
                            </m:r>
                            <m:r>
                              <a:rPr lang="en-US" altLang="zh-CN" i="1">
                                <a:solidFill>
                                  <a:srgbClr val="7030A0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𝑥</m:t>
                            </m:r>
                            <m:r>
                              <a:rPr lang="en-US" altLang="zh-CN" i="1">
                                <a:solidFill>
                                  <a:srgbClr val="7030A0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&lt;</m:t>
                            </m:r>
                            <m:r>
                              <a:rPr lang="en-US" altLang="zh-CN" i="1">
                                <a:solidFill>
                                  <a:srgbClr val="7030A0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𝜀</m:t>
                            </m:r>
                          </m:e>
                          <m:e>
                            <m:r>
                              <a:rPr lang="en-US" altLang="zh-CN" i="1">
                                <a:solidFill>
                                  <a:srgbClr val="7030A0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0</m:t>
                            </m:r>
                            <m:r>
                              <a:rPr lang="en-US" altLang="zh-CN" i="1">
                                <a:solidFill>
                                  <a:srgbClr val="7030A0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            </m:t>
                            </m:r>
                            <m:r>
                              <a:rPr lang="en-US" altLang="zh-CN" i="1">
                                <a:solidFill>
                                  <a:srgbClr val="7030A0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𝑜𝑡ℎ𝑒𝑟𝑤𝑖𝑠𝑒</m:t>
                            </m:r>
                          </m:e>
                        </m:eqArr>
                      </m:e>
                    </m:d>
                  </m:oMath>
                </a14:m>
                <a:r>
                  <a:rPr lang="en-US" altLang="zh-CN">
                    <a:solidFill>
                      <a:srgbClr val="7030A0"/>
                    </a:solidFill>
                  </a:rPr>
                  <a:t> </a:t>
                </a:r>
                <a:endParaRPr lang="en-US" altLang="zh-CN">
                  <a:solidFill>
                    <a:srgbClr val="7030A0"/>
                  </a:solidFill>
                </a:endParaRPr>
              </a:p>
              <a:p>
                <a:r>
                  <a:rPr lang="en-US" altLang="zh-CN" sz="500">
                    <a:solidFill>
                      <a:srgbClr val="7030A0"/>
                    </a:solidFill>
                  </a:rPr>
                  <a:t> </a:t>
                </a:r>
                <a:endParaRPr lang="en-US" altLang="zh-CN" sz="500">
                  <a:solidFill>
                    <a:srgbClr val="7030A0"/>
                  </a:solidFill>
                </a:endParaRPr>
              </a:p>
              <a:p>
                <a:r>
                  <a:rPr lang="en-US" altLang="zh-CN">
                    <a:solidFill>
                      <a:srgbClr val="7030A0"/>
                    </a:solidFill>
                  </a:rPr>
                  <a:t>Then we have the following formula:</a:t>
                </a:r>
                <a:endParaRPr lang="en-US" altLang="zh-CN">
                  <a:solidFill>
                    <a:srgbClr val="7030A0"/>
                  </a:solidFill>
                </a:endParaRPr>
              </a:p>
              <a:p>
                <a14:m>
                  <m:oMath xmlns:m="http://schemas.openxmlformats.org/officeDocument/2006/math"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𝐸</m:t>
                    </m:r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=</m:t>
                    </m:r>
                    <m:sSub>
                      <m:sSubPr>
                        <m:ctrlP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𝑇</m:t>
                        </m:r>
                      </m:e>
                      <m:sub>
                        <m:f>
                          <m:fPr>
                            <m:type m:val="skw"/>
                            <m:ctrlP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fPr>
                          <m:num>
                            <m: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𝜆</m:t>
                            </m:r>
                          </m:num>
                          <m:den>
                            <m: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𝜇</m:t>
                            </m:r>
                          </m:den>
                        </m:f>
                      </m:sub>
                    </m:sSub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(</m:t>
                    </m:r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𝐷</m:t>
                    </m:r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−</m:t>
                    </m:r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𝐴</m:t>
                    </m:r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+</m:t>
                    </m:r>
                    <m:f>
                      <m:fPr>
                        <m:ctrlP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fPr>
                      <m:num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𝑌</m:t>
                        </m:r>
                      </m:num>
                      <m:den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𝜇</m:t>
                        </m:r>
                      </m:den>
                    </m:f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)</m:t>
                    </m:r>
                  </m:oMath>
                </a14:m>
                <a:r>
                  <a:rPr lang="en-US" altLang="zh-CN">
                    <a:solidFill>
                      <a:srgbClr val="FF0000"/>
                    </a:solidFill>
                  </a:rPr>
                  <a:t> </a:t>
                </a:r>
                <a:endParaRPr lang="en-US" altLang="zh-CN">
                  <a:solidFill>
                    <a:srgbClr val="FF0000"/>
                  </a:solidFill>
                </a:endParaRPr>
              </a:p>
              <a:p>
                <a14:m>
                  <m:oMath xmlns:m="http://schemas.openxmlformats.org/officeDocument/2006/math"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𝐴</m:t>
                    </m:r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=</m:t>
                    </m:r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𝑈</m:t>
                    </m:r>
                    <m:sSub>
                      <m:sSubPr>
                        <m:ctrlP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𝑇</m:t>
                        </m:r>
                      </m:e>
                      <m:sub>
                        <m:f>
                          <m:fPr>
                            <m:type m:val="skw"/>
                            <m:ctrlP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fPr>
                          <m:num>
                            <m: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𝜇</m:t>
                            </m:r>
                          </m:den>
                        </m:f>
                      </m:sub>
                    </m:sSub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(</m:t>
                    </m:r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𝑆</m:t>
                    </m:r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)</m:t>
                    </m:r>
                    <m:sSup>
                      <m:sSupPr>
                        <m:ctrlP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pPr>
                      <m:e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𝑉</m:t>
                        </m:r>
                      </m:e>
                      <m:sup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en-US" altLang="zh-CN">
                    <a:solidFill>
                      <a:srgbClr val="FF0000"/>
                    </a:solidFill>
                  </a:rPr>
                  <a:t> </a:t>
                </a:r>
                <a:endParaRPr lang="en-US" altLang="zh-CN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21" name="文本框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0035" y="4429760"/>
                <a:ext cx="5477510" cy="2392680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文本框 21"/>
          <p:cNvSpPr txBox="1"/>
          <p:nvPr/>
        </p:nvSpPr>
        <p:spPr>
          <a:xfrm>
            <a:off x="2612390" y="6510655"/>
            <a:ext cx="487807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>
                <a:solidFill>
                  <a:schemeClr val="accent2"/>
                </a:solidFill>
              </a:rPr>
              <a:t>singular value degradation+the obtained matrix=low rank</a:t>
            </a:r>
            <a:endParaRPr lang="en-US" altLang="zh-CN" sz="1400">
              <a:solidFill>
                <a:schemeClr val="accent2"/>
              </a:solidFill>
            </a:endParaRPr>
          </a:p>
        </p:txBody>
      </p:sp>
      <p:cxnSp>
        <p:nvCxnSpPr>
          <p:cNvPr id="23" name="曲线连接符 22"/>
          <p:cNvCxnSpPr/>
          <p:nvPr/>
        </p:nvCxnSpPr>
        <p:spPr>
          <a:xfrm>
            <a:off x="1842770" y="6533515"/>
            <a:ext cx="798195" cy="153670"/>
          </a:xfrm>
          <a:prstGeom prst="curvedConnector3">
            <a:avLst>
              <a:gd name="adj1" fmla="val 1988"/>
            </a:avLst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4" name="文本框 23"/>
          <p:cNvSpPr txBox="1"/>
          <p:nvPr/>
        </p:nvSpPr>
        <p:spPr>
          <a:xfrm>
            <a:off x="340360" y="104140"/>
            <a:ext cx="32772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RPCA</a:t>
            </a:r>
            <a:endParaRPr lang="en-US" altLang="zh-CN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25" name="图片 2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63560" y="2916555"/>
            <a:ext cx="4028440" cy="3948430"/>
          </a:xfrm>
          <a:prstGeom prst="rect">
            <a:avLst/>
          </a:prstGeom>
        </p:spPr>
      </p:pic>
      <p:pic>
        <p:nvPicPr>
          <p:cNvPr id="26" name="图片 2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89670" y="1234440"/>
            <a:ext cx="3402330" cy="1682115"/>
          </a:xfrm>
          <a:prstGeom prst="rect">
            <a:avLst/>
          </a:prstGeom>
        </p:spPr>
      </p:pic>
      <p:sp>
        <p:nvSpPr>
          <p:cNvPr id="28" name="文本框 27"/>
          <p:cNvSpPr txBox="1"/>
          <p:nvPr/>
        </p:nvSpPr>
        <p:spPr>
          <a:xfrm>
            <a:off x="4491355" y="3763645"/>
            <a:ext cx="8829040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900" i="1">
                <a:solidFill>
                  <a:schemeClr val="accent2"/>
                </a:solidFill>
              </a:rPr>
              <a:t>A</a:t>
            </a:r>
            <a:endParaRPr lang="en-US" altLang="zh-CN" sz="900" i="1">
              <a:solidFill>
                <a:schemeClr val="accent2"/>
              </a:solidFill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9279890" y="889635"/>
            <a:ext cx="27825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rgbClr val="FF0000"/>
                </a:solidFill>
              </a:rPr>
              <a:t>Convex optimization</a:t>
            </a:r>
            <a:endParaRPr lang="en-US" altLang="zh-CN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" name="文本框 8"/>
          <p:cNvSpPr txBox="1"/>
          <p:nvPr/>
        </p:nvSpPr>
        <p:spPr>
          <a:xfrm>
            <a:off x="-55245" y="3175"/>
            <a:ext cx="12277725" cy="685419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noAutofit/>
          </a:bodyPr>
          <a:p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253365" y="225425"/>
            <a:ext cx="39693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Conclusion</a:t>
            </a:r>
            <a:endParaRPr lang="en-US" altLang="zh-CN" sz="20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53365" y="695325"/>
            <a:ext cx="688086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In Chinese I take these methods into a sentence:</a:t>
            </a:r>
            <a:endParaRPr lang="en-US" altLang="zh-CN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r>
              <a:rPr lang="zh-CN" altLang="en-US">
                <a:solidFill>
                  <a:srgbClr val="FF0000"/>
                </a:solidFill>
              </a:rPr>
              <a:t>去中心，找参矩，求特征，得结果</a:t>
            </a:r>
            <a:r>
              <a:rPr lang="en-US" altLang="zh-CN">
                <a:solidFill>
                  <a:srgbClr val="FF0000"/>
                </a:solidFill>
              </a:rPr>
              <a:t>.</a:t>
            </a:r>
            <a:endParaRPr lang="en-US" altLang="zh-CN">
              <a:solidFill>
                <a:srgbClr val="FF0000"/>
              </a:solidFill>
            </a:endParaRPr>
          </a:p>
        </p:txBody>
      </p:sp>
      <p:graphicFrame>
        <p:nvGraphicFramePr>
          <p:cNvPr id="6" name="表格 5"/>
          <p:cNvGraphicFramePr/>
          <p:nvPr/>
        </p:nvGraphicFramePr>
        <p:xfrm>
          <a:off x="253365" y="1411605"/>
          <a:ext cx="6548755" cy="15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2485"/>
                <a:gridCol w="4446270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b="0">
                          <a:solidFill>
                            <a:schemeClr val="tx1"/>
                          </a:solidFill>
                        </a:rPr>
                        <a:t>PCA</a:t>
                      </a:r>
                      <a:endParaRPr lang="en-US" altLang="zh-CN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b="0">
                          <a:solidFill>
                            <a:schemeClr val="tx1"/>
                          </a:solidFill>
                        </a:rPr>
                        <a:t>linear,black-box</a:t>
                      </a:r>
                      <a:endParaRPr lang="en-US" altLang="zh-CN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PPCA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noise,explainatory</a:t>
                      </a:r>
                      <a:endParaRPr lang="en-US" altLang="zh-CN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KPCA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non-linear</a:t>
                      </a:r>
                      <a:endParaRPr lang="en-US" altLang="zh-CN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RPCA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sparse or heavy noise</a:t>
                      </a:r>
                      <a:endParaRPr lang="en-US" altLang="zh-CN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文本框 6"/>
          <p:cNvSpPr txBox="1"/>
          <p:nvPr/>
        </p:nvSpPr>
        <p:spPr>
          <a:xfrm>
            <a:off x="253365" y="3199130"/>
            <a:ext cx="813625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I’ve also learned about what surplus mathematics base I need:</a:t>
            </a:r>
            <a:endParaRPr lang="en-US" altLang="zh-CN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r>
              <a:rPr lang="en-US" altLang="zh-CN">
                <a:solidFill>
                  <a:schemeClr val="accent2"/>
                </a:solidFill>
              </a:rPr>
              <a:t>Convex Optimization</a:t>
            </a:r>
            <a:r>
              <a:rPr lang="en-US" altLang="zh-CN"/>
              <a:t>,</a:t>
            </a:r>
            <a:r>
              <a:rPr lang="en-US" altLang="zh-CN">
                <a:solidFill>
                  <a:schemeClr val="accent2"/>
                </a:solidFill>
              </a:rPr>
              <a:t>Matrix Theory</a:t>
            </a:r>
            <a:r>
              <a:rPr lang="en-US" altLang="zh-CN"/>
              <a:t>,</a:t>
            </a:r>
            <a:r>
              <a:rPr lang="en-US" altLang="zh-CN">
                <a:solidFill>
                  <a:schemeClr val="accent2"/>
                </a:solidFill>
              </a:rPr>
              <a:t>Functional Analysis</a:t>
            </a:r>
            <a:endParaRPr lang="en-US" altLang="zh-CN">
              <a:solidFill>
                <a:schemeClr val="accent2"/>
              </a:solidFill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253365" y="3971925"/>
            <a:ext cx="6392545" cy="92202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p>
            <a:r>
              <a:rPr lang="en-US" altLang="zh-CN">
                <a:solidFill>
                  <a:schemeClr val="accent4"/>
                </a:solidFill>
                <a:effectLst/>
              </a:rPr>
              <a:t>However,there are problems such as fuzzy assumptions,time complexity not proved best,and so on.Therefore,further analysis on that is a must.</a:t>
            </a:r>
            <a:endParaRPr lang="en-US" altLang="zh-CN">
              <a:solidFill>
                <a:schemeClr val="accent4"/>
              </a:solidFill>
              <a:effectLst/>
            </a:endParaRPr>
          </a:p>
        </p:txBody>
      </p:sp>
      <p:pic>
        <p:nvPicPr>
          <p:cNvPr id="10" name="图片 9"/>
          <p:cNvPicPr/>
          <p:nvPr/>
        </p:nvPicPr>
        <p:blipFill>
          <a:blip r:embed="rId1"/>
          <a:stretch>
            <a:fillRect/>
          </a:stretch>
        </p:blipFill>
        <p:spPr>
          <a:xfrm>
            <a:off x="6964680" y="2454910"/>
            <a:ext cx="5257800" cy="4403090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8742045" y="2086610"/>
            <a:ext cx="28130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rgbClr val="FF0000"/>
                </a:solidFill>
              </a:rPr>
              <a:t>Preprocessing</a:t>
            </a:r>
            <a:endParaRPr lang="en-US" altLang="zh-CN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  <p:tag name="resource_record_key" val="{&quot;13&quot;:[4364888,4722044,4364928,20042469,4364903],&quot;65&quot;:[20205081]}"/>
</p:tagLst>
</file>

<file path=ppt/tags/tag6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  <p:tag name="resource_record_key" val="{&quot;13&quot;:[4364915,4364957,4364879,4364947,4364928],&quot;65&quot;:[20205081]}"/>
</p:tagLst>
</file>

<file path=ppt/tags/tag6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  <p:tag name="resource_record_key" val="{&quot;13&quot;:[4364879,4364950,20025429,4364886],&quot;65&quot;:[20205081]}"/>
</p:tagLst>
</file>

<file path=ppt/tags/tag6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  <p:tag name="resource_record_key" val="{&quot;13&quot;:[4364942,4722044,4364888,4364928,4364950,4364878,4364915,4364957,4364933,4364886],&quot;65&quot;:[20205081]}"/>
</p:tagLst>
</file>

<file path=ppt/tags/tag6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  <p:tag name="resource_record_key" val="{&quot;13&quot;:[4364947],&quot;65&quot;:[20205081]}"/>
</p:tagLst>
</file>

<file path=ppt/tags/tag6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  <p:tag name="resource_record_key" val="{&quot;13&quot;:[4364928],&quot;65&quot;:[20205081]}"/>
</p:tagLst>
</file>

<file path=ppt/tags/tag71.xml><?xml version="1.0" encoding="utf-8"?>
<p:tagLst xmlns:p="http://schemas.openxmlformats.org/presentationml/2006/main">
  <p:tag name="resource_record_key" val="{&quot;13&quot;:[20042469,4364903,20025429,4364942,4722044,4364888,4364950,4364878,4364915,4364957,4364933,4364886,4364947,4364928,4364879],&quot;65&quot;:[20205081]}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7517</Words>
  <Application>WPS 演示</Application>
  <PresentationFormat>宽屏</PresentationFormat>
  <Paragraphs>372</Paragraphs>
  <Slides>10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1" baseType="lpstr">
      <vt:lpstr>Arial</vt:lpstr>
      <vt:lpstr>宋体</vt:lpstr>
      <vt:lpstr>Wingdings</vt:lpstr>
      <vt:lpstr>Wingdings</vt:lpstr>
      <vt:lpstr>Cambria Math</vt:lpstr>
      <vt:lpstr>MS Mincho</vt:lpstr>
      <vt:lpstr>ksdb</vt:lpstr>
      <vt:lpstr>微软雅黑</vt:lpstr>
      <vt:lpstr>Arial Unicode MS</vt:lpstr>
      <vt:lpstr>Calibri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????</cp:lastModifiedBy>
  <cp:revision>300</cp:revision>
  <dcterms:created xsi:type="dcterms:W3CDTF">2019-06-19T02:08:00Z</dcterms:created>
  <dcterms:modified xsi:type="dcterms:W3CDTF">2025-07-16T00:52:25Z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2052-12.1.0.21541</vt:lpwstr>
  </property>
  <property fmtid="{D5CDD505-2E9C-101B-9397-08002B2CF9AE}" pid="3" name="ICV">
    <vt:lpwstr>910359864B3D4AA7A414DA15913BBEE7_11</vt:lpwstr>
  </property>
</Properties>
</file>